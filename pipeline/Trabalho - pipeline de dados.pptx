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vml" ContentType="application/vnd.openxmlformats-officedocument.vmlDrawing"/>
  <Default Extension="fntdata" ContentType="application/x-fontdata"/>
  <Default Extension="bmp" ContentType="image/bmp"/>
  <Default Extension="jpeg" ContentType="image/jpeg"/>
  <Default Extension="png" ContentType="image/png"/>
  <Default Extension="gif" ContentType="image/gif"/>
  <Default Extension="tif" ContentType="image/tif"/>
  <Default Extension="emf" ContentType="image/x-emf"/>
  <Default Extension="wmf" ContentType="image/x-wmf"/>
  <Default Extension="pct" ContentType="image/pct"/>
  <Default Extension="pcx" ContentType="image/pcx"/>
  <Default Extension="tga" ContentType="image/tga"/>
  <Default Extension="svg" ContentType="image/svg+xml"/>
  <Default Extension="webp" ContentType="image/webp"/>
  <Default Extension="avi" ContentType="video/avi"/>
  <Default Extension="wmv" ContentType="video/wmv"/>
  <Default Extension="mpg" ContentType="video/mpeg"/>
  <Default Extension="mpeg" ContentType="video/mpeg"/>
  <Default Extension="mp2" ContentType="video/mpeg"/>
  <Default Extension="mp4" ContentType="video/mpeg"/>
  <Default Extension="wma" ContentType="audio/x-ms-wma"/>
  <Default Extension="mid" ContentType="audio/unknown"/>
  <Default Extension="midi" ContentType="audio/unknown"/>
  <Default Extension="rmi" ContentType="audio/unknown"/>
  <Default Extension="mp3" ContentType="audio/unknown"/>
  <Default Extension="wav" ContentType="audio/wav"/>
  <Default Extension="bin" ContentType="application/vnd.openxmlformats-officedocument.oleObjec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notesSlides/notesSlide1.xml" ContentType="application/vnd.openxmlformats-officedocument.presentationml.notesSlide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theme/theme2.xml" ContentType="application/vnd.openxmlformats-officedocument.theme+xml"/>
  <Override PartName="/ppt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Override1.xml" ContentType="application/vnd.openxmlformats-officedocument.themeOverride+xml"/>
</Types>
</file>

<file path=_rels/.rels><?xml version="1.0" encoding="UTF-8" standalone="yes" 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sldMasterIdLst>
    <p:sldMasterId id="2147483648" r:id="rId5"/>
  </p:sldMasterIdLst>
  <p:notesMasterIdLst>
    <p:notesMasterId r:id="rId6"/>
  </p:notesMasterIdLst>
  <p:handoutMasterIdLst>
    <p:handoutMasterId r:id="rId7"/>
  </p:handoutMasterIdLst>
  <p:sldIdLst>
    <p:sldId id="259" r:id="rId8"/>
    <p:sldId id="1785" r:id="rId9"/>
    <p:sldId id="1790" r:id="rId10"/>
    <p:sldId id="1791" r:id="rId11"/>
    <p:sldId id="1788" r:id="rId12"/>
    <p:sldId id="1784" r:id="rId13"/>
    <p:sldId id="1789" r:id="rId14"/>
    <p:sldId id="1000" r:id="rId15"/>
    <p:sldId id="1786" r:id="rId16"/>
    <p:sldId id="1787" r:id="rId17"/>
  </p:sldIdLst>
  <p:sldSz cx="9144000" cy="6858000"/>
  <p:notesSz cx="6797675" cy="9926955"/>
  <p:defaultTextStyle>
    <a:lvl1pPr marL="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lang="en-us" sz="1800" b="0" i="0" u="none" strike="noStrike" kern="1" cap="none" spc="0" baseline="0">
        <a:solidFill>
          <a:schemeClr val="tx1"/>
        </a:solidFill>
        <a:effectLst/>
        <a:latin typeface="Microsoft New Tai Lue" pitchFamily="0" charset="0"/>
        <a:ea typeface="Microsoft New Tai Lue" pitchFamily="0" charset="0"/>
        <a:cs typeface="Microsoft New Tai Lue" pitchFamily="0" charset="0"/>
      </a:defRPr>
    </a:lvl1pPr>
    <a:lvl2pPr marL="4572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lang="en-us" sz="1800" b="0" i="0" u="none" strike="noStrike" kern="1" cap="none" spc="0" baseline="0">
        <a:solidFill>
          <a:schemeClr val="tx1"/>
        </a:solidFill>
        <a:effectLst/>
        <a:latin typeface="Microsoft New Tai Lue" pitchFamily="0" charset="0"/>
        <a:ea typeface="Microsoft New Tai Lue" pitchFamily="0" charset="0"/>
        <a:cs typeface="Microsoft New Tai Lue" pitchFamily="0" charset="0"/>
      </a:defRPr>
    </a:lvl2pPr>
    <a:lvl3pPr marL="9144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lang="en-us" sz="1800" b="0" i="0" u="none" strike="noStrike" kern="1" cap="none" spc="0" baseline="0">
        <a:solidFill>
          <a:schemeClr val="tx1"/>
        </a:solidFill>
        <a:effectLst/>
        <a:latin typeface="Microsoft New Tai Lue" pitchFamily="0" charset="0"/>
        <a:ea typeface="Microsoft New Tai Lue" pitchFamily="0" charset="0"/>
        <a:cs typeface="Microsoft New Tai Lue" pitchFamily="0" charset="0"/>
      </a:defRPr>
    </a:lvl3pPr>
    <a:lvl4pPr marL="13716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lang="en-us" sz="1800" b="0" i="0" u="none" strike="noStrike" kern="1" cap="none" spc="0" baseline="0">
        <a:solidFill>
          <a:schemeClr val="tx1"/>
        </a:solidFill>
        <a:effectLst/>
        <a:latin typeface="Microsoft New Tai Lue" pitchFamily="0" charset="0"/>
        <a:ea typeface="Microsoft New Tai Lue" pitchFamily="0" charset="0"/>
        <a:cs typeface="Microsoft New Tai Lue" pitchFamily="0" charset="0"/>
      </a:defRPr>
    </a:lvl4pPr>
    <a:lvl5pPr marL="18288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lang="en-us" sz="1800" b="0" i="0" u="none" strike="noStrike" kern="1" cap="none" spc="0" baseline="0">
        <a:solidFill>
          <a:schemeClr val="tx1"/>
        </a:solidFill>
        <a:effectLst/>
        <a:latin typeface="Microsoft New Tai Lue" pitchFamily="0" charset="0"/>
        <a:ea typeface="Microsoft New Tai Lue" pitchFamily="0" charset="0"/>
        <a:cs typeface="Microsoft New Tai Lue" pitchFamily="0" charset="0"/>
      </a:defRPr>
    </a:lvl5pPr>
    <a:lvl6pPr marL="22860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lang="en-us" sz="1800" b="0" i="0" u="none" strike="noStrike" kern="1" cap="none" spc="0" baseline="0">
        <a:solidFill>
          <a:schemeClr val="tx1"/>
        </a:solidFill>
        <a:effectLst/>
        <a:latin typeface="Microsoft New Tai Lue" pitchFamily="0" charset="0"/>
        <a:ea typeface="Microsoft New Tai Lue" pitchFamily="0" charset="0"/>
        <a:cs typeface="Microsoft New Tai Lue" pitchFamily="0" charset="0"/>
      </a:defRPr>
    </a:lvl6pPr>
    <a:lvl7pPr marL="27432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lang="en-us" sz="1800" b="0" i="0" u="none" strike="noStrike" kern="1" cap="none" spc="0" baseline="0">
        <a:solidFill>
          <a:schemeClr val="tx1"/>
        </a:solidFill>
        <a:effectLst/>
        <a:latin typeface="Microsoft New Tai Lue" pitchFamily="0" charset="0"/>
        <a:ea typeface="Microsoft New Tai Lue" pitchFamily="0" charset="0"/>
        <a:cs typeface="Microsoft New Tai Lue" pitchFamily="0" charset="0"/>
      </a:defRPr>
    </a:lvl7pPr>
    <a:lvl8pPr marL="32004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lang="en-us" sz="1800" b="0" i="0" u="none" strike="noStrike" kern="1" cap="none" spc="0" baseline="0">
        <a:solidFill>
          <a:schemeClr val="tx1"/>
        </a:solidFill>
        <a:effectLst/>
        <a:latin typeface="Microsoft New Tai Lue" pitchFamily="0" charset="0"/>
        <a:ea typeface="Microsoft New Tai Lue" pitchFamily="0" charset="0"/>
        <a:cs typeface="Microsoft New Tai Lue" pitchFamily="0" charset="0"/>
      </a:defRPr>
    </a:lvl8pPr>
    <a:lvl9pPr marL="36576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lang="en-us" sz="1800" b="0" i="0" u="none" strike="noStrike" kern="1" cap="none" spc="0" baseline="0">
        <a:solidFill>
          <a:schemeClr val="tx1"/>
        </a:solidFill>
        <a:effectLst/>
        <a:latin typeface="Microsoft New Tai Lue" pitchFamily="0" charset="0"/>
        <a:ea typeface="Microsoft New Tai Lue" pitchFamily="0" charset="0"/>
        <a:cs typeface="Microsoft New Tai Lue" pitchFamily="0" charset="0"/>
      </a:defRPr>
    </a:lvl9pPr>
  </p:defaultTextStyle>
</p:presentation>
</file>

<file path=ppt/presProps.xml><?xml version="1.0" encoding="utf-8"?>
<p:presentationPr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showPr showNarration="1"/>
  <p:extLst>
    <p:ext uri="smNativeData">
      <pr:smAppRevision xmlns:pr="smNativeData" xmlns="smNativeData" dt="1763558041" val="1228" rev64="64" revOS="3"/>
      <pr:smFileRevision xmlns:pr="smNativeData" xmlns="smNativeData" dt="1763558041" val="101"/>
      <pr:guideOptions xmlns:pr="smNativeData" xmlns="smNativeData" dt="1763558041" snapToBorders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slideViewPr>
    <p:cSldViewPr snapToGrid="0">
      <p:cViewPr>
        <p:scale>
          <a:sx n="100" d="100"/>
          <a:sy n="100" d="100"/>
        </p:scale>
        <p:origin x="1026" y="294"/>
      </p:cViewPr>
      <p:guideLst x="0" y="0">
        <p:guide orient="horz" pos="2516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sorterViewPr>
    <p:cViewPr>
      <p:scale>
        <a:sx n="26" d="100"/>
        <a:sy n="26" d="100"/>
      </p:scale>
      <p:origin x="0" y="0"/>
    </p:cViewPr>
  </p:sorterViewPr>
  <p:notesViewPr>
    <p:cSldViewPr snapToGrid="0">
      <p:cViewPr>
        <p:scale>
          <a:sx n="100" d="100"/>
          <a:sy n="100" d="100"/>
        </p:scale>
        <p:origin x="1026" y="294"/>
      </p:cViewPr>
      <p:guideLst x="0" y="0">
        <p:guide orient="horz" pos="3127"/>
        <p:guide pos="2141"/>
      </p:guideLst>
    </p:cSldViewPr>
  </p:notesViewPr>
  <p:gridSpacing cx="78028800" cy="78028800"/>
</p:viewPr>
</file>

<file path=ppt/_rels/presentation.xml.rels><?xml version="1.0" encoding="UTF-8" standalone="yes" 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tableStyles" Target="tableStyles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handoutMasters/_rels/handoutMaster1.xml.rels><?xml version="1.0" encoding="UTF-8" standalone="yes" ?>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 noChangeArrowheads="1"/>
            <a:extLst>
              <a:ext uri="smNativeData">
                <pr:smNativeData xmlns:pr="smNativeData" xmlns="smNativeData" val="SMDATA_15_mcIdaRMAAAAlAAAAZA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AAAAAB/f38AAAAAA8zMzADAwP8Af39/AAAAAAAAAAAAAAAAAAAAAAAAAAAAIQAAABgAAAAUAAAAAAAAAAAAAAAfEgAADgMAABAAAAAmAAAACAAAAD+PAAAAAAAA"/>
              </a:ext>
            </a:extLst>
          </p:cNvSpPr>
          <p:nvPr>
            <p:ph type="hdr" sz="quarter"/>
          </p:nvPr>
        </p:nvSpPr>
        <p:spPr>
          <a:xfrm>
            <a:off x="0" y="0"/>
            <a:ext cx="2945765" cy="496570"/>
          </a:xfrm>
          <a:prstGeom prst="rect">
            <a:avLst/>
          </a:prstGeom>
        </p:spPr>
        <p:txBody>
          <a:bodyPr vert="horz" wrap="square" lIns="91440" tIns="45720" rIns="91440" bIns="45720" numCol="1" spcCol="215900" anchor="t">
            <a:prstTxWarp prst="textNoShape">
              <a:avLst/>
            </a:prstTxWarp>
          </a:bodyPr>
          <a:lstStyle>
            <a:lvl1pPr algn="l">
              <a:defRPr lang="en-us" sz="1200" cap="none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</a:p>
        </p:txBody>
      </p:sp>
      <p:sp>
        <p:nvSpPr>
          <p:cNvPr id="3" name="Date Placeholder 2"/>
          <p:cNvSpPr>
            <a:spLocks noGrp="1" noChangeArrowheads="1"/>
            <a:extLst>
              <a:ext uri="smNativeData">
                <pr:smNativeData xmlns:pr="smNativeData" xmlns="smNativeData" val="SMDATA_15_mcIdaRMAAAAlAAAAZA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NRo5IM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AAAAAB/f38AAAAAA8zMzADAwP8Af39/AAAAAAAAAAAAAAAAAAAAAAAAAAAAIQAAABgAAAAUAAAAsBcAAAAAAADPKQAADgMAABAAAAAmAAAACAAAAD+PAAAAAAAA"/>
              </a:ext>
            </a:extLst>
          </p:cNvSpPr>
          <p:nvPr>
            <p:ph type="dt" sz="quarter" idx="10"/>
          </p:nvPr>
        </p:nvSpPr>
        <p:spPr>
          <a:xfrm>
            <a:off x="3850640" y="0"/>
            <a:ext cx="2945765" cy="496570"/>
          </a:xfrm>
          <a:prstGeom prst="rect">
            <a:avLst/>
          </a:prstGeom>
        </p:spPr>
        <p:txBody>
          <a:bodyPr vert="horz" wrap="square" lIns="91440" tIns="45720" rIns="91440" bIns="45720" numCol="1" spcCol="215900" anchor="t">
            <a:prstTxWarp prst="textNoShape">
              <a:avLst/>
            </a:prstTxWarp>
          </a:bodyPr>
          <a:lstStyle>
            <a:lvl1pPr algn="r">
              <a:defRPr lang="en-us" sz="1200" cap="none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fld id="{59DEC89C-D2B4-8B3E-FA66-246B86280C71}" type="datetime1">
              <a:t>10/25/2025</a:t>
            </a:fld>
          </a:p>
        </p:txBody>
      </p:sp>
      <p:sp>
        <p:nvSpPr>
          <p:cNvPr id="4" name="Footer Placeholder 3"/>
          <p:cNvSpPr>
            <a:spLocks noGrp="1" noChangeArrowheads="1"/>
            <a:extLst>
              <a:ext uri="smNativeData">
                <pr:smNativeData xmlns:pr="smNativeData" xmlns="smNativeData" val="SMDATA_15_mcIdaRMAAAAlAAAAZAAAAA0AAAAAkAAAAEgAAACQAAAASAAAAAAAAAAC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UAB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AAAAAB/f38AAAAAA8zMzADAwP8Af39/AAAAAAAAAAAAAAAAAAAAAAAAAAAAIQAAABgAAAAUAAAAAAAAAAA6AAAfEgAADj0AABAAAAAmAAAACAAAAL+PAAAAAAAA"/>
              </a:ext>
            </a:extLst>
          </p:cNvSpPr>
          <p:nvPr>
            <p:ph type="ftr" sz="quarter" idx="11"/>
          </p:nvPr>
        </p:nvSpPr>
        <p:spPr>
          <a:xfrm>
            <a:off x="0" y="9428480"/>
            <a:ext cx="2945765" cy="496570"/>
          </a:xfrm>
          <a:prstGeom prst="rect">
            <a:avLst/>
          </a:prstGeom>
        </p:spPr>
        <p:txBody>
          <a:bodyPr vert="horz" wrap="square" lIns="91440" tIns="45720" rIns="91440" bIns="45720" numCol="1" spcCol="215900" anchor="b">
            <a:prstTxWarp prst="textNoShape">
              <a:avLst/>
            </a:prstTxWarp>
          </a:bodyPr>
          <a:lstStyle>
            <a:lvl1pPr algn="l">
              <a:defRPr lang="en-us" sz="1200" cap="none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</a:p>
        </p:txBody>
      </p:sp>
      <p:sp>
        <p:nvSpPr>
          <p:cNvPr id="5" name="Slide Number Placeholder 4"/>
          <p:cNvSpPr>
            <a:spLocks noGrp="1" noChangeArrowheads="1"/>
            <a:extLst>
              <a:ext uri="smNativeData">
                <pr:smNativeData xmlns:pr="smNativeData" xmlns="smNativeData" val="SMDATA_15_mcIdaRMAAAAlAAAAZAAAAA0AAAAAkAAAAEgAAACQAAAASAAAAAAAAAAC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FPQ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AAAAAB/f38AAAAAA8zMzADAwP8Af39/AAAAAAAAAAAAAAAAAAAAAAAAAAAAIQAAABgAAAAUAAAAsBcAAAA6AADPKQAADj0AABAAAAAmAAAACAAAAL+PAAAAAAAA"/>
              </a:ext>
            </a:extLst>
          </p:cNvSpPr>
          <p:nvPr>
            <p:ph type="sldNum" sz="quarter" idx="12"/>
          </p:nvPr>
        </p:nvSpPr>
        <p:spPr>
          <a:xfrm>
            <a:off x="3850640" y="9428480"/>
            <a:ext cx="2945765" cy="496570"/>
          </a:xfrm>
          <a:prstGeom prst="rect">
            <a:avLst/>
          </a:prstGeom>
        </p:spPr>
        <p:txBody>
          <a:bodyPr vert="horz" wrap="square" lIns="91440" tIns="45720" rIns="91440" bIns="45720" numCol="1" spcCol="215900" anchor="b">
            <a:prstTxWarp prst="textNoShape">
              <a:avLst/>
            </a:prstTxWarp>
          </a:bodyPr>
          <a:lstStyle>
            <a:lvl1pPr algn="r">
              <a:defRPr lang="en-us" sz="1200" cap="none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fld id="{2430E1A7-E9C9-6517-8788-1F42AFC6714A}" type="slidenum">
              <a:t>‹nº›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 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 noChangeArrowheads="1"/>
            <a:extLst>
              <a:ext uri="smNativeData">
                <pr:smNativeData xmlns:pr="smNativeData" xmlns="smNativeData" val="SMDATA_15_mcIdaRMAAAAlAAAAZA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AAAAAB/f38AAAAAA8zMzADAwP8Af39/AAAAAAAAAAAAAAAAAAAAAAAAAAAAIQAAABgAAAAUAAAAAAAAAAAAAAAfEgAADgMAABAAAAAmAAAACAAAAD+PAAAAAAAA"/>
              </a:ext>
            </a:extLst>
          </p:cNvSpPr>
          <p:nvPr>
            <p:ph type="hdr" sz="quarter"/>
          </p:nvPr>
        </p:nvSpPr>
        <p:spPr>
          <a:xfrm>
            <a:off x="0" y="0"/>
            <a:ext cx="2945765" cy="496570"/>
          </a:xfrm>
          <a:prstGeom prst="rect">
            <a:avLst/>
          </a:prstGeom>
        </p:spPr>
        <p:txBody>
          <a:bodyPr vert="horz" wrap="square" lIns="91440" tIns="45720" rIns="91440" bIns="45720" numCol="1" spcCol="215900" anchor="t">
            <a:prstTxWarp prst="textNoShape">
              <a:avLst/>
            </a:prstTxWarp>
          </a:bodyPr>
          <a:lstStyle>
            <a:lvl1pPr algn="l">
              <a:defRPr lang="en-us" sz="1200" cap="none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</a:p>
        </p:txBody>
      </p:sp>
      <p:sp>
        <p:nvSpPr>
          <p:cNvPr id="3" name="Date Placeholder 2"/>
          <p:cNvSpPr>
            <a:spLocks noGrp="1" noChangeArrowheads="1"/>
            <a:extLst>
              <a:ext uri="smNativeData">
                <pr:smNativeData xmlns:pr="smNativeData" xmlns="smNativeData" val="SMDATA_15_mcIdaRMAAAAlAAAAZA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AAAAAB/f38AAAAAA8zMzADAwP8Af39/AAAAAAAAAAAAAAAAAAAAAAAAAAAAIQAAABgAAAAUAAAAsBcAAAAAAADPKQAADgMAABAAAAAmAAAACAAAAD+PAAAAAAAA"/>
              </a:ext>
            </a:extLst>
          </p:cNvSpPr>
          <p:nvPr>
            <p:ph type="dt" idx="10"/>
          </p:nvPr>
        </p:nvSpPr>
        <p:spPr>
          <a:xfrm>
            <a:off x="3850640" y="0"/>
            <a:ext cx="2945765" cy="496570"/>
          </a:xfrm>
          <a:prstGeom prst="rect">
            <a:avLst/>
          </a:prstGeom>
        </p:spPr>
        <p:txBody>
          <a:bodyPr vert="horz" wrap="square" lIns="91440" tIns="45720" rIns="91440" bIns="45720" numCol="1" spcCol="215900" anchor="t">
            <a:prstTxWarp prst="textNoShape">
              <a:avLst/>
            </a:prstTxWarp>
          </a:bodyPr>
          <a:lstStyle>
            <a:lvl1pPr algn="r">
              <a:defRPr lang="en-us" sz="1200" cap="none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fld id="{5EE6BD86-C8B3-B34B-FD5E-3E1EF3100B6B}" type="datetime1">
              <a:t>10/25/2025</a:t>
            </a:fld>
          </a:p>
        </p:txBody>
      </p:sp>
      <p:sp>
        <p:nvSpPr>
          <p:cNvPr id="4" name="Slide Image Placeholder 3"/>
          <p:cNvSpPr>
            <a:spLocks noGrp="1" noChangeArrowheads="1"/>
            <a:extLst>
              <a:ext uri="smNativeData">
                <pr:smNativeData xmlns:pr="smNativeData" xmlns="smNativeData" val="SMDATA_15_mcIdaRMAAAAlAAAAZAAAAC0AAAAAkAAAAEgAAACQAAAASAAAAAAAAAAB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pQUAAJUEAAAsJAAAexsAABAAAAAmAAAACAAAAL8PAAD/HwAA"/>
              </a:ext>
            </a:extLst>
          </p:cNvSpPr>
          <p:nvPr>
            <p:ph type="sldImg" idx="2"/>
          </p:nvPr>
        </p:nvSpPr>
        <p:spPr>
          <a:xfrm>
            <a:off x="917575" y="744855"/>
            <a:ext cx="4962525" cy="3722370"/>
          </a:xfrm>
          <a:prstGeom prst="rect">
            <a:avLst/>
          </a:prstGeom>
          <a:noFill/>
          <a:ln w="12700" cap="flat" cmpd="sng" algn="ctr">
            <a:solidFill>
              <a:srgbClr val="000000"/>
            </a:solidFill>
            <a:prstDash val="solid"/>
            <a:headEnd type="none"/>
            <a:tailEnd type="none"/>
          </a:ln>
        </p:spPr>
        <p:txBody>
          <a:bodyPr vert="horz" wrap="square" lIns="91440" tIns="45720" rIns="91440" bIns="45720" numCol="1" spcCol="215900" anchor="ctr">
            <a:prstTxWarp prst="textNoShape">
              <a:avLst/>
            </a:prstTxWarp>
          </a:bodyPr>
          <a:lstStyle/>
          <a:p>
            <a:pPr>
              <a:defRPr lang="en-us"/>
            </a:pPr>
          </a:p>
        </p:txBody>
      </p:sp>
      <p:sp>
        <p:nvSpPr>
          <p:cNvPr id="5" name="Notes Placeholder 4"/>
          <p:cNvSpPr>
            <a:spLocks noGrp="1" noChangeArrowheads="1"/>
            <a:extLst>
              <a:ext uri="smNativeData">
                <pr:smNativeData xmlns:pr="smNativeData" xmlns="smNativeData" val="SMDATA_15_mcIdaRMAAAAlAAAAZA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FmiCzY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AAAAAB/f38AAAAAA8zMzADAwP8Af39/AAAAAAAAAAAAAAAAAAAAAAAAAAAAIQAAABgAAAAUAAAALwQAAAEdAACjJQAAfDgAABAAAAAmAAAACAAAAD8PAAD/HwAA"/>
              </a:ext>
            </a:extLst>
          </p:cNvSpPr>
          <p:nvPr>
            <p:ph type="body" idx="3"/>
          </p:nvPr>
        </p:nvSpPr>
        <p:spPr>
          <a:xfrm>
            <a:off x="680085" y="4714875"/>
            <a:ext cx="5438140" cy="4467225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spcCol="215900" anchor="t">
            <a:prstTxWarp prst="textNoShape">
              <a:avLst/>
            </a:prstTxWarp>
          </a:bodyPr>
          <a:lstStyle/>
          <a:p>
            <a:pPr>
              <a:defRPr lang="en-us"/>
            </a:pPr>
            <a:r>
              <a:t>Click to edit Master text styles</a:t>
            </a:r>
          </a:p>
          <a:p>
            <a:pPr lvl="1">
              <a:defRPr lang="en-us"/>
            </a:pPr>
            <a:r>
              <a:rPr lang="en-us" kern="1" cap="none"/>
              <a:t>Second level</a:t>
            </a:r>
            <a:endParaRPr lang="en-us" kern="1" cap="none"/>
          </a:p>
          <a:p>
            <a:pPr lvl="2">
              <a:defRPr lang="en-us"/>
            </a:pPr>
            <a:r>
              <a:rPr lang="en-us" kern="1" cap="none"/>
              <a:t>Third level</a:t>
            </a:r>
            <a:endParaRPr lang="en-us" kern="1" cap="none"/>
          </a:p>
          <a:p>
            <a:pPr lvl="3">
              <a:defRPr lang="en-us"/>
            </a:pPr>
            <a:r>
              <a:rPr lang="en-us" kern="1" cap="none"/>
              <a:t>Fourth level</a:t>
            </a:r>
            <a:endParaRPr lang="en-us" kern="1" cap="none"/>
          </a:p>
          <a:p>
            <a:pPr lvl="4">
              <a:defRPr lang="en-us"/>
            </a:pPr>
            <a:r>
              <a:rPr lang="en-us" kern="1" cap="none"/>
              <a:t>Fifth level</a:t>
            </a:r>
            <a:endParaRPr lang="en-us" kern="1" cap="none"/>
          </a:p>
        </p:txBody>
      </p:sp>
      <p:sp>
        <p:nvSpPr>
          <p:cNvPr id="6" name="Footer Placeholder 5"/>
          <p:cNvSpPr>
            <a:spLocks noGrp="1" noChangeArrowheads="1"/>
            <a:extLst>
              <a:ext uri="smNativeData">
                <pr:smNativeData xmlns:pr="smNativeData" xmlns="smNativeData" val="SMDATA_15_mcIdaRMAAAAlAAAAZAAAAA0AAAAAkAAAAEgAAACQAAAASAAAAAAAAAAC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JiDnks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AAAAAB/f38AAAAAA8zMzADAwP8Af39/AAAAAAAAAAAAAAAAAAAAAAAAAAAAIQAAABgAAAAUAAAAAAAAAAA6AAAfEgAADj0AABAAAAAmAAAACAAAAL+PAAD/HwAA"/>
              </a:ext>
            </a:extLst>
          </p:cNvSpPr>
          <p:nvPr>
            <p:ph type="ftr" sz="quarter" idx="11"/>
          </p:nvPr>
        </p:nvSpPr>
        <p:spPr>
          <a:xfrm>
            <a:off x="0" y="9428480"/>
            <a:ext cx="2945765" cy="49657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spcCol="215900" anchor="b">
            <a:prstTxWarp prst="textNoShape">
              <a:avLst/>
            </a:prstTxWarp>
          </a:bodyPr>
          <a:lstStyle>
            <a:lvl1pPr algn="l">
              <a:defRPr lang="en-us" sz="1200" cap="none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</a:p>
        </p:txBody>
      </p:sp>
      <p:sp>
        <p:nvSpPr>
          <p:cNvPr id="7" name="Slide Number Placeholder 6"/>
          <p:cNvSpPr>
            <a:spLocks noGrp="1" noChangeArrowheads="1"/>
            <a:extLst>
              <a:ext uri="smNativeData">
                <pr:smNativeData xmlns:pr="smNativeData" xmlns="smNativeData" val="SMDATA_15_mcIdaRMAAAAlAAAAZAAAAA0AAAAAkAAAAEgAAACQAAAASAAAAAAAAAAC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OJXa1g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AAAAAB/f38AAAAAA8zMzADAwP8Af39/AAAAAAAAAAAAAAAAAAAAAAAAAAAAIQAAABgAAAAUAAAAsBcAAAA6AADPKQAADj0AABAAAAAmAAAACAAAAL+PAAD/HwAA"/>
              </a:ext>
            </a:extLst>
          </p:cNvSpPr>
          <p:nvPr>
            <p:ph type="sldNum" sz="quarter" idx="12"/>
          </p:nvPr>
        </p:nvSpPr>
        <p:spPr>
          <a:xfrm>
            <a:off x="3850640" y="9428480"/>
            <a:ext cx="2945765" cy="49657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spcCol="215900" anchor="b">
            <a:prstTxWarp prst="textNoShape">
              <a:avLst/>
            </a:prstTxWarp>
          </a:bodyPr>
          <a:lstStyle>
            <a:lvl1pPr algn="r">
              <a:defRPr lang="en-us" sz="1200" cap="none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fld id="{3EAC7CBA-F4D3-F98A-9D14-02DF325A6B57}" type="slidenum">
              <a:t>‹nº›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/>
  <p:notesStyle>
    <a:lvl1pPr marL="114300" marR="0" indent="-114300" algn="l" defTabSz="914400">
      <a:lnSpc>
        <a:spcPct val="110000"/>
      </a:lnSpc>
      <a:spcBef>
        <a:spcPts val="300"/>
      </a:spcBef>
      <a:spcAft>
        <a:spcPts val="0"/>
      </a:spcAft>
      <a:buClrTx/>
      <a:buSzTx/>
      <a:buFont typeface="Arial" pitchFamily="2" charset="0"/>
      <a:buChar char="•"/>
      <a:tabLst/>
      <a:defRPr lang="en-us" sz="1200" b="0" i="0" u="none" strike="noStrike" kern="1" cap="none" spc="0" baseline="0">
        <a:solidFill>
          <a:schemeClr val="tx1"/>
        </a:solidFill>
        <a:effectLst/>
        <a:latin typeface="Microsoft New Tai Lue" pitchFamily="0" charset="0"/>
        <a:ea typeface="Microsoft New Tai Lue" pitchFamily="0" charset="0"/>
        <a:cs typeface="Microsoft New Tai Lue" pitchFamily="0" charset="0"/>
      </a:defRPr>
    </a:lvl1pPr>
    <a:lvl2pPr marL="228600" marR="0" indent="-114300" algn="l" defTabSz="914400">
      <a:lnSpc>
        <a:spcPct val="100000"/>
      </a:lnSpc>
      <a:spcBef>
        <a:spcPts val="300"/>
      </a:spcBef>
      <a:spcAft>
        <a:spcPts val="0"/>
      </a:spcAft>
      <a:buClrTx/>
      <a:buSzTx/>
      <a:buFont typeface="Arial" pitchFamily="2" charset="0"/>
      <a:buChar char="•"/>
      <a:tabLst/>
      <a:defRPr lang="en-us" sz="1100" b="0" i="0" u="none" strike="noStrike" kern="400000" cap="none" spc="0" baseline="0">
        <a:solidFill>
          <a:schemeClr val="tx1"/>
        </a:solidFill>
        <a:effectLst/>
        <a:latin typeface="Microsoft New Tai Lue" pitchFamily="0" charset="0"/>
        <a:ea typeface="Microsoft New Tai Lue" pitchFamily="0" charset="0"/>
        <a:cs typeface="Microsoft New Tai Lue" pitchFamily="0" charset="0"/>
      </a:defRPr>
    </a:lvl2pPr>
    <a:lvl3pPr marL="342900" marR="0" indent="-114300" algn="l" defTabSz="914400">
      <a:lnSpc>
        <a:spcPct val="95000"/>
      </a:lnSpc>
      <a:spcBef>
        <a:spcPts val="300"/>
      </a:spcBef>
      <a:spcAft>
        <a:spcPts val="0"/>
      </a:spcAft>
      <a:buClrTx/>
      <a:buSzTx/>
      <a:buFont typeface="Arial" pitchFamily="2" charset="0"/>
      <a:buChar char="•"/>
      <a:tabLst/>
      <a:defRPr lang="en-us" sz="1100" b="0" i="0" u="none" strike="noStrike" kern="400000" cap="none" spc="0" baseline="0">
        <a:solidFill>
          <a:schemeClr val="tx1"/>
        </a:solidFill>
        <a:effectLst/>
        <a:latin typeface="Microsoft New Tai Lue" pitchFamily="0" charset="0"/>
        <a:ea typeface="Microsoft New Tai Lue" pitchFamily="0" charset="0"/>
        <a:cs typeface="Microsoft New Tai Lue" pitchFamily="0" charset="0"/>
      </a:defRPr>
    </a:lvl3pPr>
    <a:lvl4pPr marL="457200" marR="0" indent="-114300" algn="l" defTabSz="914400">
      <a:lnSpc>
        <a:spcPct val="95000"/>
      </a:lnSpc>
      <a:spcBef>
        <a:spcPts val="300"/>
      </a:spcBef>
      <a:spcAft>
        <a:spcPts val="0"/>
      </a:spcAft>
      <a:buClrTx/>
      <a:buSzTx/>
      <a:buFont typeface="Arial" pitchFamily="2" charset="0"/>
      <a:buChar char="•"/>
      <a:tabLst/>
      <a:defRPr lang="en-us" sz="1100" b="0" i="0" u="none" strike="noStrike" kern="400000" cap="none" spc="0" baseline="0">
        <a:solidFill>
          <a:schemeClr val="tx1"/>
        </a:solidFill>
        <a:effectLst/>
        <a:latin typeface="Microsoft New Tai Lue" pitchFamily="0" charset="0"/>
        <a:ea typeface="Microsoft New Tai Lue" pitchFamily="0" charset="0"/>
        <a:cs typeface="Microsoft New Tai Lue" pitchFamily="0" charset="0"/>
      </a:defRPr>
    </a:lvl4pPr>
    <a:lvl5pPr marL="571500" marR="0" indent="-114300" algn="l" defTabSz="914400">
      <a:lnSpc>
        <a:spcPct val="95000"/>
      </a:lnSpc>
      <a:spcBef>
        <a:spcPts val="300"/>
      </a:spcBef>
      <a:spcAft>
        <a:spcPts val="0"/>
      </a:spcAft>
      <a:buClrTx/>
      <a:buSzTx/>
      <a:buFont typeface="Arial" pitchFamily="2" charset="0"/>
      <a:buChar char="•"/>
      <a:tabLst/>
      <a:defRPr lang="en-us" sz="1100" b="0" i="0" u="none" strike="noStrike" kern="400000" cap="none" spc="0" baseline="0">
        <a:solidFill>
          <a:schemeClr val="tx1"/>
        </a:solidFill>
        <a:effectLst/>
        <a:latin typeface="Microsoft New Tai Lue" pitchFamily="0" charset="0"/>
        <a:ea typeface="Microsoft New Tai Lue" pitchFamily="0" charset="0"/>
        <a:cs typeface="Microsoft New Tai Lue" pitchFamily="0" charset="0"/>
      </a:defRPr>
    </a:lvl5pPr>
    <a:lvl6pPr marL="22860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lang="en-us" sz="1200" b="0" i="0" u="none" strike="noStrike" kern="1" cap="none" spc="0" baseline="0">
        <a:solidFill>
          <a:schemeClr val="tx1"/>
        </a:solidFill>
        <a:effectLst/>
        <a:latin typeface="Microsoft New Tai Lue" pitchFamily="0" charset="0"/>
        <a:ea typeface="Microsoft New Tai Lue" pitchFamily="0" charset="0"/>
        <a:cs typeface="Microsoft New Tai Lue" pitchFamily="0" charset="0"/>
      </a:defRPr>
    </a:lvl6pPr>
    <a:lvl7pPr marL="27432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lang="en-us" sz="1200" b="0" i="0" u="none" strike="noStrike" kern="1" cap="none" spc="0" baseline="0">
        <a:solidFill>
          <a:schemeClr val="tx1"/>
        </a:solidFill>
        <a:effectLst/>
        <a:latin typeface="Microsoft New Tai Lue" pitchFamily="0" charset="0"/>
        <a:ea typeface="Microsoft New Tai Lue" pitchFamily="0" charset="0"/>
        <a:cs typeface="Microsoft New Tai Lue" pitchFamily="0" charset="0"/>
      </a:defRPr>
    </a:lvl7pPr>
    <a:lvl8pPr marL="32004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lang="en-us" sz="1200" b="0" i="0" u="none" strike="noStrike" kern="1" cap="none" spc="0" baseline="0">
        <a:solidFill>
          <a:schemeClr val="tx1"/>
        </a:solidFill>
        <a:effectLst/>
        <a:latin typeface="Microsoft New Tai Lue" pitchFamily="0" charset="0"/>
        <a:ea typeface="Microsoft New Tai Lue" pitchFamily="0" charset="0"/>
        <a:cs typeface="Microsoft New Tai Lue" pitchFamily="0" charset="0"/>
      </a:defRPr>
    </a:lvl8pPr>
    <a:lvl9pPr marL="36576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lang="en-us" sz="1200" b="0" i="0" u="none" strike="noStrike" kern="1" cap="none" spc="0" baseline="0">
        <a:solidFill>
          <a:schemeClr val="tx1"/>
        </a:solidFill>
        <a:effectLst/>
        <a:latin typeface="Microsoft New Tai Lue" pitchFamily="0" charset="0"/>
        <a:ea typeface="Microsoft New Tai Lue" pitchFamily="0" charset="0"/>
        <a:cs typeface="Microsoft New Tai Lue" pitchFamily="0" charset="0"/>
      </a:defRPr>
    </a:lvl9pPr>
  </p:notesStyle>
</p:notesMaster>
</file>

<file path=ppt/notesSlides/_rels/notesSlide1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Relationship Id="rId3" Type="http://schemas.openxmlformats.org/officeDocument/2006/relationships/themeOverride" Target="../theme/themeOverride1.xml"/></Relationships>
</file>

<file path=ppt/notesSlides/notesSlide1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5_mcIdaRMAAAAlAAAAZAAAAC0AAAAAkAAAAEgAAACQAAAASAAAAAAAAAAB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pQUAAJUEAAAsJAAAexsAABAAAAAmAAAACAAAAAEAAAAAAAAA"/>
              </a:ext>
            </a:extLst>
          </p:cNvSpPr>
          <p:nvPr>
            <p:ph type="sldImg"/>
          </p:nvPr>
        </p:nvSpPr>
        <p:spPr>
          <a:xfrm>
            <a:off x="917575" y="744855"/>
            <a:ext cx="4962525" cy="372237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5_mcIdaRMAAAAlAAAAZA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AAAAAB/f38AAAAAA8zMzADAwP8Af39/AAAAAAAAAAAAAAAAAAAAAAAAAAAAIQAAABgAAAAUAAAALwQAAAEdAACjJQAAfDgAABAAAAAmAAAACAAAAAEAAAAAAAAA"/>
              </a:ext>
            </a:extLst>
          </p:cNvSpPr>
          <p:nvPr>
            <p:ph type="body" idx="1"/>
          </p:nvPr>
        </p:nvSpPr>
        <p:spPr>
          <a:xfrm>
            <a:off x="680085" y="4714875"/>
            <a:ext cx="5438140" cy="4467225"/>
          </a:xfrm>
        </p:spPr>
        <p:txBody>
          <a:bodyPr/>
          <a:lstStyle/>
          <a:p>
            <a:pPr>
              <a:defRPr lang="en-us"/>
            </a:pPr>
            <a:endParaRPr lang="pt-br" sz="1100" cap="none"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5_mcIdaRMAAAAlAAAAZAAAAA0AAAAAkAAAAEgAAACQAAAASAAAAAAAAAAC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AAAAAB/f38AAAAAA8zMzADAwP8Af39/AAAAAAAAAAAAAAAAAAAAAAAAAAAAIQAAABgAAAAUAAAAsBcAAAA6AADPKQAADj0AABAAAAAmAAAACAAAAAEAAAAAAAAA"/>
              </a:ext>
            </a:extLst>
          </p:cNvSpPr>
          <p:nvPr>
            <p:ph type="sldNum" sz="quarter" idx="12"/>
          </p:nvPr>
        </p:nvSpPr>
        <p:spPr>
          <a:xfrm>
            <a:off x="3850640" y="9428480"/>
            <a:ext cx="2945765" cy="496570"/>
          </a:xfrm>
        </p:spPr>
        <p:txBody>
          <a:bodyPr/>
          <a:lstStyle/>
          <a:p>
            <a:pPr>
              <a:defRPr lang="en-us"/>
            </a:pPr>
            <a:fld id="{24EF6C85-CBC9-BA9A-8757-3DCF22197168}" type="slidenum">
              <a:t>1</a:t>
            </a:fld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slideLayouts/_rels/slideLayout1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2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3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4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6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7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9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0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1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3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Layouts/_rels/slideLayout14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 type="blank" preserve="1">
  <p:cSld name="Cover Page">
    <p:bg>
      <p:bgPr>
        <a:blipFill>
          <a:blip r:embed="rId2"/>
          <a:srcRect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0AIAADUCAADAIAAAFBMAABAAAAAmAAAACAAAAAGAAAAAAAAA"/>
              </a:ext>
            </a:extLst>
          </p:cNvSpPr>
          <p:nvPr>
            <p:ph type="ctrTitle"/>
          </p:nvPr>
        </p:nvSpPr>
        <p:spPr>
          <a:xfrm>
            <a:off x="457200" y="358775"/>
            <a:ext cx="4866640" cy="2742565"/>
          </a:xfrm>
        </p:spPr>
        <p:txBody>
          <a:bodyPr/>
          <a:lstStyle>
            <a:lvl1pPr>
              <a:lnSpc>
                <a:spcPct val="90000"/>
              </a:lnSpc>
              <a:defRPr lang="en-us" sz="6600" kern="1" cap="all" spc="-43" baseline="0">
                <a:solidFill>
                  <a:srgbClr val="7F7F7F"/>
                </a:solidFill>
              </a:defRPr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add slidedoc title</a:t>
            </a:r>
          </a:p>
        </p:txBody>
      </p:sp>
      <p:sp>
        <p:nvSpPr>
          <p:cNvPr id="3" name="Text Placeholder 59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C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0AIAAH8bAAAGDAAAfCUAABAAAAAmAAAACAAAAIGAAAAAAAAA"/>
              </a:ext>
            </a:extLst>
          </p:cNvSpPr>
          <p:nvPr>
            <p:ph idx="10"/>
          </p:nvPr>
        </p:nvSpPr>
        <p:spPr>
          <a:xfrm>
            <a:off x="457200" y="4469765"/>
            <a:ext cx="1497330" cy="1623695"/>
          </a:xfrm>
        </p:spPr>
        <p:txBody>
          <a:bodyPr vert="horz" wrap="square" lIns="0" tIns="0" rIns="0" bIns="0" numCol="1" spcCol="215900" anchor="b">
            <a:prstTxWarp prst="textNoShape">
              <a:avLst/>
            </a:prstTxWarp>
          </a:bodyPr>
          <a:lstStyle>
            <a:lvl1pPr>
              <a:lnSpc>
                <a:spcPct val="100000"/>
              </a:lnSpc>
              <a:defRPr lang="en-us" sz="1300" cap="none">
                <a:solidFill>
                  <a:schemeClr val="tx2"/>
                </a:solidFill>
              </a:defRPr>
            </a:lvl1pPr>
            <a:lvl2pPr>
              <a:defRPr lang="en-us" b="1" cap="none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Click to edit Master text styles</a:t>
            </a:r>
          </a:p>
          <a:p>
            <a:pPr lvl="1">
              <a:defRPr lang="en-us"/>
            </a:pPr>
            <a:r>
              <a:t>Second level</a:t>
            </a:r>
          </a:p>
          <a:p>
            <a:pPr lvl="2">
              <a:defRPr lang="en-us"/>
            </a:pPr>
            <a:r>
              <a:rPr lang="en-us" kern="1" cap="none"/>
              <a:t>Third level</a:t>
            </a:r>
            <a:endParaRPr lang="en-us" kern="1" cap="none"/>
          </a:p>
          <a:p>
            <a:pPr lvl="3">
              <a:defRPr lang="en-us"/>
            </a:pPr>
            <a:r>
              <a:rPr lang="en-us" kern="1" cap="none"/>
              <a:t>Fourth level</a:t>
            </a:r>
            <a:endParaRPr lang="en-us" kern="1" cap="none"/>
          </a:p>
          <a:p>
            <a:pPr lvl="4">
              <a:defRPr lang="en-us"/>
            </a:pPr>
            <a:r>
              <a:rPr lang="en-us" kern="1" cap="none"/>
              <a:t>Fifth level</a:t>
            </a:r>
            <a:endParaRPr lang="en-us" kern="1" cap="none"/>
          </a:p>
        </p:txBody>
      </p:sp>
      <p:sp>
        <p:nvSpPr>
          <p:cNvPr id="4" name="Straight Connector 61"/>
          <p:cNvSpPr>
            <a:extLst>
              <a:ext uri="smNativeData">
                <pr:smNativeData xmlns:pr="smNativeData" xmlns="smNativeData" val="SMDATA_15_mcIdaRMAAAAlAAAACg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BAAAAAAAAADw9PgsP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Dw9PgR/f38AmZaDA8zMzADAwP8Af39/AAAAAAAAAAAAAAAAAAAAAAAAAAAAIQAAABgAAAAUAAAA0AIAAAImAAAGDAAAAiYAABAAAAAmAAAACAAAAP//////////"/>
              </a:ext>
            </a:extLst>
          </p:cNvSpPr>
          <p:nvPr/>
        </p:nvSpPr>
        <p:spPr>
          <a:xfrm>
            <a:off x="457200" y="6178550"/>
            <a:ext cx="1497330" cy="0"/>
          </a:xfrm>
          <a:prstGeom prst="line">
            <a:avLst/>
          </a:prstGeom>
          <a:noFill/>
          <a:ln w="9525" cap="flat" cmpd="sng" algn="ctr">
            <a:solidFill>
              <a:schemeClr val="tx2"/>
            </a:solidFill>
            <a:prstDash val="solid"/>
            <a:headEnd type="none"/>
            <a:tailEnd type="none"/>
          </a:ln>
          <a:effectLst/>
        </p:spPr>
      </p:sp>
      <p:sp>
        <p:nvSpPr>
          <p:cNvPr id="5" name="Text Placeholder 59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C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5CEAAOAfAAAaKwAAKiYAABAAAAAmAAAACAAAAIGAAAAAAAAA"/>
              </a:ext>
            </a:extLst>
          </p:cNvSpPr>
          <p:nvPr>
            <p:ph idx="11"/>
          </p:nvPr>
        </p:nvSpPr>
        <p:spPr>
          <a:xfrm>
            <a:off x="5509260" y="5181600"/>
            <a:ext cx="1497330" cy="1022350"/>
          </a:xfrm>
        </p:spPr>
        <p:txBody>
          <a:bodyPr vert="horz" wrap="square" lIns="0" tIns="0" rIns="0" bIns="0" numCol="1" spcCol="215900" anchor="b">
            <a:prstTxWarp prst="textNoShape">
              <a:avLst/>
            </a:prstTxWarp>
          </a:bodyPr>
          <a:lstStyle>
            <a:lvl1pPr algn="r">
              <a:lnSpc>
                <a:spcPct val="100000"/>
              </a:lnSpc>
              <a:defRPr lang="en-us" sz="1300" b="1" cap="none">
                <a:solidFill>
                  <a:srgbClr val="7F7F7F"/>
                </a:solidFill>
              </a:defRPr>
            </a:lvl1pPr>
            <a:lvl2pPr>
              <a:defRPr lang="en-us" b="1" cap="none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Click to edit Master text styles</a:t>
            </a:r>
          </a:p>
        </p:txBody>
      </p:sp>
      <p:sp>
        <p:nvSpPr>
          <p:cNvPr id="6" name="SlideText1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C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iwAAOAfAABwNQAAKiYAABAAAAAmAAAACAAAAIGAAAAAAAAA"/>
              </a:ext>
            </a:extLst>
          </p:cNvSpPr>
          <p:nvPr>
            <p:ph idx="12"/>
          </p:nvPr>
        </p:nvSpPr>
        <p:spPr>
          <a:xfrm>
            <a:off x="7189470" y="5181600"/>
            <a:ext cx="1497330" cy="1022350"/>
          </a:xfrm>
        </p:spPr>
        <p:txBody>
          <a:bodyPr vert="horz" wrap="square" lIns="0" tIns="0" rIns="0" bIns="0" numCol="1" spcCol="215900" anchor="b">
            <a:prstTxWarp prst="textNoShape">
              <a:avLst/>
            </a:prstTxWarp>
          </a:bodyPr>
          <a:lstStyle>
            <a:lvl1pPr algn="r">
              <a:lnSpc>
                <a:spcPct val="100000"/>
              </a:lnSpc>
              <a:defRPr lang="en-us" sz="1300" b="1" cap="none">
                <a:solidFill>
                  <a:srgbClr val="7F7F7F"/>
                </a:solidFill>
              </a:defRPr>
            </a:lvl1pPr>
            <a:lvl2pPr>
              <a:defRPr lang="en-us" b="1" cap="none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Click to edit Master text styles</a:t>
            </a:r>
          </a:p>
        </p:txBody>
      </p:sp>
      <p:pic>
        <p:nvPicPr>
          <p:cNvPr id="7" name="Picture 5"/>
          <p:cNvPicPr>
            <a:picLocks noChangeAspect="1"/>
            <a:extLst>
              <a:ext uri="smNativeData">
                <pr:smNativeData xmlns:pr="smNativeData" xmlns="smNativeData" val="SMDATA_17_mcIdaRMAAAAlAAAAEQAAAC0AAAAAkAAAAEgAAACQAAAAS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AcAAAA4AAAAAAAAAAAAAAAAAAAA////AAAAAAAAAAAAAAAAAAAAAAAAAAAAAAAAAAAAAABkAAAAZAAAAAAAAAAjAAAABAAAAGQAAAAXAAAAFAAAAAAAAAAAAAAA/38AAP9/AAAAAAAACQAAAAQAAAAAAAA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ONKBgX///8BAAAAAAAAAAAAAAAAAAAAAAAAAAAAAAAAAAAAAAAAAAAAAAACf39/AJmWgwPMzMwAwMD/AH9/fwAAAAAAAAAAAAAAAAD///8AAAAAACEAAAAYAAAAFAAAAIUbAADEGAAABSYAABIcAAAQAAAAJgAAAAgAAAD//////////w=="/>
              </a:ext>
            </a:extLst>
          </p:cNvPicPr>
          <p:nvPr/>
        </p:nvPicPr>
        <p:blipFill>
          <a:blip r:embed="rId3"/>
          <a:stretch>
            <a:fillRect/>
          </a:stretch>
        </p:blipFill>
        <p:spPr>
          <a:xfrm>
            <a:off x="4473575" y="4025900"/>
            <a:ext cx="1706880" cy="537210"/>
          </a:xfrm>
          <a:prstGeom prst="rect">
            <a:avLst/>
          </a:prstGeom>
          <a:noFill/>
          <a:ln>
            <a:noFill/>
          </a:ln>
          <a:effectLst/>
        </p:spPr>
      </p:pic>
    </p:spTree>
  </p:cSld>
  <p:clrMapOvr>
    <a:masterClrMapping/>
  </p:clrMapOvr>
</p:sldLayout>
</file>

<file path=ppt/slideLayouts/slideLayout2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blank" preserve="1">
  <p:cSld name="Table of Contents">
    <p:bg>
      <p:bgPr>
        <a:blipFill>
          <a:blip r:embed="rId2"/>
          <a:srcRect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0AIAADgEAABjFgAAxgs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>
              <a:defRPr lang="en-us"/>
            </a:pPr>
            <a:r>
              <a:t>Click to edit Master title style</a:t>
            </a:r>
          </a:p>
        </p:txBody>
      </p:sp>
      <p:sp>
        <p:nvSpPr>
          <p:cNvPr id="3" name="Text Placeholder 33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CARESQ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0AIAAEUOAAAGDAAA8BQAABAAAAAmAAAACAAAAAGAAAAAAAAA"/>
              </a:ext>
            </a:extLst>
          </p:cNvSpPr>
          <p:nvPr>
            <p:ph idx="10"/>
          </p:nvPr>
        </p:nvSpPr>
        <p:spPr>
          <a:xfrm>
            <a:off x="457200" y="2319655"/>
            <a:ext cx="1497330" cy="1083945"/>
          </a:xfrm>
        </p:spPr>
        <p:txBody>
          <a:bodyPr/>
          <a:lstStyle>
            <a:lvl1pPr>
              <a:buNone/>
              <a:defRPr lang="en-us" sz="6600" b="1" i="0" cap="none" spc="-64">
                <a:solidFill>
                  <a:schemeClr val="accent5"/>
                </a:solidFill>
                <a:latin typeface="Arial" pitchFamily="2" charset="0"/>
                <a:ea typeface="Corbel" pitchFamily="0" charset="0"/>
                <a:cs typeface="Corbel" pitchFamily="0" charset="0"/>
              </a:defRPr>
            </a:lvl1pPr>
            <a:lvl2pPr>
              <a:buNone/>
              <a:defRPr lang="en-us"/>
            </a:lvl2pPr>
            <a:lvl3pPr>
              <a:buNone/>
              <a:defRPr lang="en-us"/>
            </a:lvl3pPr>
            <a:lvl4pPr marL="0" indent="0">
              <a:buNone/>
              <a:defRPr lang="en-us"/>
            </a:lvl4pPr>
            <a:lvl5pPr marL="171450" indent="0">
              <a:buNone/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##</a:t>
            </a:r>
          </a:p>
        </p:txBody>
      </p:sp>
      <p:sp>
        <p:nvSpPr>
          <p:cNvPr id="4" name="Text Placeholder 36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jhcAADgEAABwNQAAxgsAABAAAAAmAAAACAAAAAEAAAAAAAAA"/>
              </a:ext>
            </a:extLst>
          </p:cNvSpPr>
          <p:nvPr>
            <p:ph idx="11"/>
          </p:nvPr>
        </p:nvSpPr>
        <p:spPr>
          <a:xfrm>
            <a:off x="3829050" y="685800"/>
            <a:ext cx="4857750" cy="1228090"/>
          </a:xfrm>
        </p:spPr>
        <p:txBody>
          <a:bodyPr/>
          <a:lstStyle/>
          <a:p>
            <a:pPr>
              <a:defRPr lang="en-us"/>
            </a:pPr>
            <a:r>
              <a:t>Click to edit Master text styles</a:t>
            </a:r>
          </a:p>
          <a:p>
            <a:pPr lvl="1">
              <a:defRPr lang="en-us"/>
            </a:pPr>
            <a:r>
              <a:t>Second level</a:t>
            </a:r>
          </a:p>
          <a:p>
            <a:pPr lvl="2">
              <a:defRPr lang="en-us"/>
            </a:pPr>
            <a:r>
              <a:rPr lang="en-us" kern="1" cap="none"/>
              <a:t>Third level</a:t>
            </a:r>
            <a:endParaRPr lang="en-us" kern="1" cap="none"/>
          </a:p>
          <a:p>
            <a:pPr lvl="3">
              <a:defRPr lang="en-us"/>
            </a:pPr>
            <a:r>
              <a:rPr lang="en-us" kern="1" cap="none"/>
              <a:t>Fourth level</a:t>
            </a:r>
            <a:endParaRPr lang="en-us" kern="1" cap="none"/>
          </a:p>
          <a:p>
            <a:pPr lvl="4">
              <a:defRPr lang="en-us"/>
            </a:pPr>
            <a:r>
              <a:rPr lang="en-us" kern="1" cap="none"/>
              <a:t>Fifth level</a:t>
            </a:r>
            <a:endParaRPr lang="en-us" kern="1" cap="none"/>
          </a:p>
        </p:txBody>
      </p:sp>
      <p:sp>
        <p:nvSpPr>
          <p:cNvPr id="5" name="SlideText3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w0AAEUOAABgFgAA8BQAABAAAAAmAAAACAAAAAGAAAAAAAAA"/>
              </a:ext>
            </a:extLst>
          </p:cNvSpPr>
          <p:nvPr>
            <p:ph idx="12"/>
          </p:nvPr>
        </p:nvSpPr>
        <p:spPr>
          <a:xfrm>
            <a:off x="2140585" y="2319655"/>
            <a:ext cx="1496695" cy="1083945"/>
          </a:xfrm>
        </p:spPr>
        <p:txBody>
          <a:bodyPr/>
          <a:lstStyle>
            <a:lvl1pPr>
              <a:buNone/>
              <a:defRPr lang="en-us" sz="6600" b="1" i="0" cap="none" spc="-64">
                <a:solidFill>
                  <a:schemeClr val="accent5"/>
                </a:solidFill>
                <a:latin typeface="Arial" pitchFamily="2" charset="0"/>
                <a:ea typeface="Corbel" pitchFamily="0" charset="0"/>
                <a:cs typeface="Corbel" pitchFamily="0" charset="0"/>
              </a:defRPr>
            </a:lvl1pPr>
            <a:lvl2pPr>
              <a:buNone/>
              <a:defRPr lang="en-us"/>
            </a:lvl2pPr>
            <a:lvl3pPr>
              <a:buNone/>
              <a:defRPr lang="en-us"/>
            </a:lvl3pPr>
            <a:lvl4pPr marL="0" indent="0">
              <a:buNone/>
              <a:defRPr lang="en-us"/>
            </a:lvl4pPr>
            <a:lvl5pPr marL="171450" indent="0">
              <a:buNone/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##</a:t>
            </a:r>
          </a:p>
        </p:txBody>
      </p:sp>
      <p:sp>
        <p:nvSpPr>
          <p:cNvPr id="6" name="SlideText4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hRcAAEUOAAC7IAAA8BQAABAAAAAmAAAACAAAAAGAAAAAAAAA"/>
              </a:ext>
            </a:extLst>
          </p:cNvSpPr>
          <p:nvPr>
            <p:ph idx="13"/>
          </p:nvPr>
        </p:nvSpPr>
        <p:spPr>
          <a:xfrm>
            <a:off x="3823335" y="2319655"/>
            <a:ext cx="1497330" cy="1083945"/>
          </a:xfrm>
        </p:spPr>
        <p:txBody>
          <a:bodyPr/>
          <a:lstStyle>
            <a:lvl1pPr>
              <a:buNone/>
              <a:defRPr lang="en-us" sz="6600" b="1" i="0" cap="none" spc="-64">
                <a:solidFill>
                  <a:schemeClr val="accent5"/>
                </a:solidFill>
                <a:latin typeface="Arial" pitchFamily="2" charset="0"/>
                <a:ea typeface="Corbel" pitchFamily="0" charset="0"/>
                <a:cs typeface="Corbel" pitchFamily="0" charset="0"/>
              </a:defRPr>
            </a:lvl1pPr>
            <a:lvl2pPr>
              <a:buNone/>
              <a:defRPr lang="en-us"/>
            </a:lvl2pPr>
            <a:lvl3pPr>
              <a:buNone/>
              <a:defRPr lang="en-us"/>
            </a:lvl3pPr>
            <a:lvl4pPr marL="0" indent="0">
              <a:buNone/>
              <a:defRPr lang="en-us"/>
            </a:lvl4pPr>
            <a:lvl5pPr marL="171450" indent="0">
              <a:buNone/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##</a:t>
            </a:r>
          </a:p>
        </p:txBody>
      </p:sp>
      <p:sp>
        <p:nvSpPr>
          <p:cNvPr id="7" name="SlideText5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4CEAAEUOAAAVKwAA8BQAABAAAAAmAAAACAAAAAGAAAAAAAAA"/>
              </a:ext>
            </a:extLst>
          </p:cNvSpPr>
          <p:nvPr>
            <p:ph idx="14"/>
          </p:nvPr>
        </p:nvSpPr>
        <p:spPr>
          <a:xfrm>
            <a:off x="5506720" y="2319655"/>
            <a:ext cx="1496695" cy="1083945"/>
          </a:xfrm>
        </p:spPr>
        <p:txBody>
          <a:bodyPr/>
          <a:lstStyle>
            <a:lvl1pPr>
              <a:buNone/>
              <a:defRPr lang="en-us" sz="6600" b="1" i="0" cap="none" spc="-64">
                <a:solidFill>
                  <a:schemeClr val="accent5"/>
                </a:solidFill>
                <a:latin typeface="Arial" pitchFamily="2" charset="0"/>
                <a:ea typeface="Corbel" pitchFamily="0" charset="0"/>
                <a:cs typeface="Corbel" pitchFamily="0" charset="0"/>
              </a:defRPr>
            </a:lvl1pPr>
            <a:lvl2pPr>
              <a:buNone/>
              <a:defRPr lang="en-us"/>
            </a:lvl2pPr>
            <a:lvl3pPr>
              <a:buNone/>
              <a:defRPr lang="en-us"/>
            </a:lvl3pPr>
            <a:lvl4pPr marL="0" indent="0">
              <a:buNone/>
              <a:defRPr lang="en-us"/>
            </a:lvl4pPr>
            <a:lvl5pPr marL="171450" indent="0">
              <a:buNone/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##</a:t>
            </a:r>
          </a:p>
        </p:txBody>
      </p:sp>
      <p:sp>
        <p:nvSpPr>
          <p:cNvPr id="8" name="Text Placeholder 33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iwAAEUOAABwNQAA8BQAABAAAAAmAAAACAAAAAGAAAAAAAAA"/>
              </a:ext>
            </a:extLst>
          </p:cNvSpPr>
          <p:nvPr>
            <p:ph idx="15"/>
          </p:nvPr>
        </p:nvSpPr>
        <p:spPr>
          <a:xfrm>
            <a:off x="7189470" y="2319655"/>
            <a:ext cx="1497330" cy="1083945"/>
          </a:xfrm>
        </p:spPr>
        <p:txBody>
          <a:bodyPr/>
          <a:lstStyle>
            <a:lvl1pPr>
              <a:buNone/>
              <a:defRPr lang="en-us" sz="6600" b="1" i="0" cap="none" spc="-64">
                <a:solidFill>
                  <a:schemeClr val="accent5"/>
                </a:solidFill>
                <a:latin typeface="Arial" pitchFamily="2" charset="0"/>
                <a:ea typeface="Corbel" pitchFamily="0" charset="0"/>
                <a:cs typeface="Corbel" pitchFamily="0" charset="0"/>
              </a:defRPr>
            </a:lvl1pPr>
            <a:lvl2pPr>
              <a:buNone/>
              <a:defRPr lang="en-us"/>
            </a:lvl2pPr>
            <a:lvl3pPr>
              <a:buNone/>
              <a:defRPr lang="en-us"/>
            </a:lvl3pPr>
            <a:lvl4pPr marL="0" indent="0">
              <a:buNone/>
              <a:defRPr lang="en-us"/>
            </a:lvl4pPr>
            <a:lvl5pPr marL="171450" indent="0">
              <a:buNone/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##</a:t>
            </a:r>
          </a:p>
        </p:txBody>
      </p:sp>
      <p:sp>
        <p:nvSpPr>
          <p:cNvPr id="9" name="SlideText1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C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0AIAALUNAAAGDAAAhg8AABAAAAAmAAAACAAAAIGgAAAAAAAA"/>
              </a:ext>
            </a:extLst>
          </p:cNvSpPr>
          <p:nvPr>
            <p:ph idx="21"/>
          </p:nvPr>
        </p:nvSpPr>
        <p:spPr>
          <a:xfrm>
            <a:off x="457200" y="2228215"/>
            <a:ext cx="1497330" cy="295275"/>
          </a:xfrm>
        </p:spPr>
        <p:txBody>
          <a:bodyPr vert="horz" wrap="square" lIns="0" tIns="0" rIns="0" bIns="0" numCol="1" spcCol="215900" anchor="b">
            <a:prstTxWarp prst="textNoShape">
              <a:avLst/>
            </a:prstTxWarp>
          </a:bodyPr>
          <a:lstStyle>
            <a:lvl1pPr>
              <a:buNone/>
              <a:defRPr lang="en-us" sz="1600" b="0" i="1" cap="none" spc="0">
                <a:solidFill>
                  <a:schemeClr val="bg2"/>
                </a:solidFill>
                <a:latin typeface="Corbel" pitchFamily="0" charset="0"/>
                <a:ea typeface="Corbel" pitchFamily="0" charset="0"/>
                <a:cs typeface="Corbel" pitchFamily="0" charset="0"/>
              </a:defRPr>
            </a:lvl1pPr>
            <a:lvl2pPr>
              <a:buNone/>
              <a:defRPr lang="en-us"/>
            </a:lvl2pPr>
            <a:lvl3pPr>
              <a:buNone/>
              <a:defRPr lang="en-us"/>
            </a:lvl3pPr>
            <a:lvl4pPr marL="0" indent="0">
              <a:buNone/>
              <a:defRPr lang="en-us"/>
            </a:lvl4pPr>
            <a:lvl5pPr marL="171450" indent="0">
              <a:buNone/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Insert</a:t>
            </a:r>
          </a:p>
        </p:txBody>
      </p:sp>
      <p:sp>
        <p:nvSpPr>
          <p:cNvPr id="10" name="Text Placeholder 33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C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w0AALUNAABgFgAAhg8AABAAAAAmAAAACAAAAIGgAAAAAAAA"/>
              </a:ext>
            </a:extLst>
          </p:cNvSpPr>
          <p:nvPr>
            <p:ph idx="22"/>
          </p:nvPr>
        </p:nvSpPr>
        <p:spPr>
          <a:xfrm>
            <a:off x="2140585" y="2228215"/>
            <a:ext cx="1496695" cy="295275"/>
          </a:xfrm>
        </p:spPr>
        <p:txBody>
          <a:bodyPr vert="horz" wrap="square" lIns="0" tIns="0" rIns="0" bIns="0" numCol="1" spcCol="215900" anchor="b">
            <a:prstTxWarp prst="textNoShape">
              <a:avLst/>
            </a:prstTxWarp>
          </a:bodyPr>
          <a:lstStyle>
            <a:lvl1pPr>
              <a:buNone/>
              <a:defRPr lang="en-us" sz="1600" b="0" i="1" cap="none" spc="0">
                <a:solidFill>
                  <a:schemeClr val="bg2"/>
                </a:solidFill>
                <a:latin typeface="Corbel" pitchFamily="0" charset="0"/>
                <a:ea typeface="Corbel" pitchFamily="0" charset="0"/>
                <a:cs typeface="Corbel" pitchFamily="0" charset="0"/>
              </a:defRPr>
            </a:lvl1pPr>
            <a:lvl2pPr>
              <a:buNone/>
              <a:defRPr lang="en-us"/>
            </a:lvl2pPr>
            <a:lvl3pPr>
              <a:buNone/>
              <a:defRPr lang="en-us"/>
            </a:lvl3pPr>
            <a:lvl4pPr marL="0" indent="0">
              <a:buNone/>
              <a:defRPr lang="en-us"/>
            </a:lvl4pPr>
            <a:lvl5pPr marL="171450" indent="0">
              <a:buNone/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Insert</a:t>
            </a:r>
          </a:p>
        </p:txBody>
      </p:sp>
      <p:sp>
        <p:nvSpPr>
          <p:cNvPr id="11" name="Text Placeholder 33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C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hRcAALUNAAC7IAAAhg8AABAAAAAmAAAACAAAAIGgAAAAAAAA"/>
              </a:ext>
            </a:extLst>
          </p:cNvSpPr>
          <p:nvPr>
            <p:ph idx="23"/>
          </p:nvPr>
        </p:nvSpPr>
        <p:spPr>
          <a:xfrm>
            <a:off x="3823335" y="2228215"/>
            <a:ext cx="1497330" cy="295275"/>
          </a:xfrm>
        </p:spPr>
        <p:txBody>
          <a:bodyPr vert="horz" wrap="square" lIns="0" tIns="0" rIns="0" bIns="0" numCol="1" spcCol="215900" anchor="b">
            <a:prstTxWarp prst="textNoShape">
              <a:avLst/>
            </a:prstTxWarp>
          </a:bodyPr>
          <a:lstStyle>
            <a:lvl1pPr>
              <a:buNone/>
              <a:defRPr lang="en-us" sz="1600" b="0" i="1" cap="none" spc="0">
                <a:solidFill>
                  <a:schemeClr val="bg2"/>
                </a:solidFill>
                <a:latin typeface="Corbel" pitchFamily="0" charset="0"/>
                <a:ea typeface="Corbel" pitchFamily="0" charset="0"/>
                <a:cs typeface="Corbel" pitchFamily="0" charset="0"/>
              </a:defRPr>
            </a:lvl1pPr>
            <a:lvl2pPr>
              <a:buNone/>
              <a:defRPr lang="en-us"/>
            </a:lvl2pPr>
            <a:lvl3pPr>
              <a:buNone/>
              <a:defRPr lang="en-us"/>
            </a:lvl3pPr>
            <a:lvl4pPr marL="0" indent="0">
              <a:buNone/>
              <a:defRPr lang="en-us"/>
            </a:lvl4pPr>
            <a:lvl5pPr marL="171450" indent="0">
              <a:buNone/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Insert</a:t>
            </a:r>
          </a:p>
        </p:txBody>
      </p:sp>
      <p:sp>
        <p:nvSpPr>
          <p:cNvPr id="12" name="Text Placeholder 33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C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4CEAALUNAAAVKwAAhg8AABAAAAAmAAAACAAAAIGgAAAAAAAA"/>
              </a:ext>
            </a:extLst>
          </p:cNvSpPr>
          <p:nvPr>
            <p:ph idx="24"/>
          </p:nvPr>
        </p:nvSpPr>
        <p:spPr>
          <a:xfrm>
            <a:off x="5506720" y="2228215"/>
            <a:ext cx="1496695" cy="295275"/>
          </a:xfrm>
        </p:spPr>
        <p:txBody>
          <a:bodyPr vert="horz" wrap="square" lIns="0" tIns="0" rIns="0" bIns="0" numCol="1" spcCol="215900" anchor="b">
            <a:prstTxWarp prst="textNoShape">
              <a:avLst/>
            </a:prstTxWarp>
          </a:bodyPr>
          <a:lstStyle>
            <a:lvl1pPr>
              <a:buNone/>
              <a:defRPr lang="en-us" sz="1600" b="0" i="1" cap="none" spc="0">
                <a:solidFill>
                  <a:schemeClr val="bg2"/>
                </a:solidFill>
                <a:latin typeface="Corbel" pitchFamily="0" charset="0"/>
                <a:ea typeface="Corbel" pitchFamily="0" charset="0"/>
                <a:cs typeface="Corbel" pitchFamily="0" charset="0"/>
              </a:defRPr>
            </a:lvl1pPr>
            <a:lvl2pPr>
              <a:buNone/>
              <a:defRPr lang="en-us"/>
            </a:lvl2pPr>
            <a:lvl3pPr>
              <a:buNone/>
              <a:defRPr lang="en-us"/>
            </a:lvl3pPr>
            <a:lvl4pPr marL="0" indent="0">
              <a:buNone/>
              <a:defRPr lang="en-us"/>
            </a:lvl4pPr>
            <a:lvl5pPr marL="171450" indent="0">
              <a:buNone/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Insert</a:t>
            </a:r>
          </a:p>
        </p:txBody>
      </p:sp>
      <p:sp>
        <p:nvSpPr>
          <p:cNvPr id="13" name="SlideText2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C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iwAALUNAABwNQAAhg8AABAAAAAmAAAACAAAAIGgAAAAAAAA"/>
              </a:ext>
            </a:extLst>
          </p:cNvSpPr>
          <p:nvPr>
            <p:ph idx="25"/>
          </p:nvPr>
        </p:nvSpPr>
        <p:spPr>
          <a:xfrm>
            <a:off x="7189470" y="2228215"/>
            <a:ext cx="1497330" cy="295275"/>
          </a:xfrm>
        </p:spPr>
        <p:txBody>
          <a:bodyPr vert="horz" wrap="square" lIns="0" tIns="0" rIns="0" bIns="0" numCol="1" spcCol="215900" anchor="b">
            <a:prstTxWarp prst="textNoShape">
              <a:avLst/>
            </a:prstTxWarp>
          </a:bodyPr>
          <a:lstStyle>
            <a:lvl1pPr>
              <a:buNone/>
              <a:defRPr lang="en-us" sz="1600" b="0" i="1" cap="none" spc="0">
                <a:solidFill>
                  <a:schemeClr val="bg2"/>
                </a:solidFill>
                <a:latin typeface="Corbel" pitchFamily="0" charset="0"/>
                <a:ea typeface="Corbel" pitchFamily="0" charset="0"/>
                <a:cs typeface="Corbel" pitchFamily="0" charset="0"/>
              </a:defRPr>
            </a:lvl1pPr>
            <a:lvl2pPr>
              <a:buNone/>
              <a:defRPr lang="en-us"/>
            </a:lvl2pPr>
            <a:lvl3pPr>
              <a:buNone/>
              <a:defRPr lang="en-us"/>
            </a:lvl3pPr>
            <a:lvl4pPr marL="0" indent="0">
              <a:buNone/>
              <a:defRPr lang="en-us"/>
            </a:lvl4pPr>
            <a:lvl5pPr marL="171450" indent="0">
              <a:buNone/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Insert</a:t>
            </a:r>
          </a:p>
        </p:txBody>
      </p:sp>
      <p:sp>
        <p:nvSpPr>
          <p:cNvPr id="14" name="Text Placeholder 33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0AIAAD0bAAAGDAAA6CEAABAAAAAmAAAACAAAAAGAAAAAAAAA"/>
              </a:ext>
            </a:extLst>
          </p:cNvSpPr>
          <p:nvPr>
            <p:ph idx="31"/>
          </p:nvPr>
        </p:nvSpPr>
        <p:spPr>
          <a:xfrm>
            <a:off x="457200" y="4427855"/>
            <a:ext cx="1497330" cy="1083945"/>
          </a:xfrm>
        </p:spPr>
        <p:txBody>
          <a:bodyPr/>
          <a:lstStyle>
            <a:lvl1pPr>
              <a:buNone/>
              <a:defRPr lang="en-us" sz="6600" b="1" i="0" cap="none" spc="-64">
                <a:solidFill>
                  <a:schemeClr val="accent5"/>
                </a:solidFill>
                <a:latin typeface="Arial" pitchFamily="2" charset="0"/>
                <a:ea typeface="Corbel" pitchFamily="0" charset="0"/>
                <a:cs typeface="Corbel" pitchFamily="0" charset="0"/>
              </a:defRPr>
            </a:lvl1pPr>
            <a:lvl2pPr>
              <a:buNone/>
              <a:defRPr lang="en-us"/>
            </a:lvl2pPr>
            <a:lvl3pPr>
              <a:buNone/>
              <a:defRPr lang="en-us"/>
            </a:lvl3pPr>
            <a:lvl4pPr marL="0" indent="0">
              <a:buNone/>
              <a:defRPr lang="en-us"/>
            </a:lvl4pPr>
            <a:lvl5pPr marL="171450" indent="0">
              <a:buNone/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##</a:t>
            </a:r>
          </a:p>
        </p:txBody>
      </p:sp>
      <p:sp>
        <p:nvSpPr>
          <p:cNvPr id="15" name="SlideText8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w0AAD0bAABgFgAA6CEAABAAAAAmAAAACAAAAAGAAAAAAAAA"/>
              </a:ext>
            </a:extLst>
          </p:cNvSpPr>
          <p:nvPr>
            <p:ph idx="32"/>
          </p:nvPr>
        </p:nvSpPr>
        <p:spPr>
          <a:xfrm>
            <a:off x="2140585" y="4427855"/>
            <a:ext cx="1496695" cy="1083945"/>
          </a:xfrm>
        </p:spPr>
        <p:txBody>
          <a:bodyPr/>
          <a:lstStyle>
            <a:lvl1pPr>
              <a:buNone/>
              <a:defRPr lang="en-us" sz="6600" b="1" i="0" cap="none" spc="-64">
                <a:solidFill>
                  <a:schemeClr val="accent5"/>
                </a:solidFill>
                <a:latin typeface="Arial" pitchFamily="2" charset="0"/>
                <a:ea typeface="Corbel" pitchFamily="0" charset="0"/>
                <a:cs typeface="Corbel" pitchFamily="0" charset="0"/>
              </a:defRPr>
            </a:lvl1pPr>
            <a:lvl2pPr>
              <a:buNone/>
              <a:defRPr lang="en-us"/>
            </a:lvl2pPr>
            <a:lvl3pPr>
              <a:buNone/>
              <a:defRPr lang="en-us"/>
            </a:lvl3pPr>
            <a:lvl4pPr marL="0" indent="0">
              <a:buNone/>
              <a:defRPr lang="en-us"/>
            </a:lvl4pPr>
            <a:lvl5pPr marL="171450" indent="0">
              <a:buNone/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##</a:t>
            </a:r>
          </a:p>
        </p:txBody>
      </p:sp>
      <p:sp>
        <p:nvSpPr>
          <p:cNvPr id="16" name="SlideText9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hRcAAD0bAAC7IAAA6CEAABAAAAAmAAAACAAAAAGAAAAAAAAA"/>
              </a:ext>
            </a:extLst>
          </p:cNvSpPr>
          <p:nvPr>
            <p:ph idx="33"/>
          </p:nvPr>
        </p:nvSpPr>
        <p:spPr>
          <a:xfrm>
            <a:off x="3823335" y="4427855"/>
            <a:ext cx="1497330" cy="1083945"/>
          </a:xfrm>
        </p:spPr>
        <p:txBody>
          <a:bodyPr/>
          <a:lstStyle>
            <a:lvl1pPr>
              <a:buNone/>
              <a:defRPr lang="en-us" sz="6600" b="1" i="0" cap="none" spc="-64">
                <a:solidFill>
                  <a:schemeClr val="accent5"/>
                </a:solidFill>
                <a:latin typeface="Arial" pitchFamily="2" charset="0"/>
                <a:ea typeface="Corbel" pitchFamily="0" charset="0"/>
                <a:cs typeface="Corbel" pitchFamily="0" charset="0"/>
              </a:defRPr>
            </a:lvl1pPr>
            <a:lvl2pPr>
              <a:buNone/>
              <a:defRPr lang="en-us"/>
            </a:lvl2pPr>
            <a:lvl3pPr>
              <a:buNone/>
              <a:defRPr lang="en-us"/>
            </a:lvl3pPr>
            <a:lvl4pPr marL="0" indent="0">
              <a:buNone/>
              <a:defRPr lang="en-us"/>
            </a:lvl4pPr>
            <a:lvl5pPr marL="171450" indent="0">
              <a:buNone/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##</a:t>
            </a:r>
          </a:p>
        </p:txBody>
      </p:sp>
      <p:sp>
        <p:nvSpPr>
          <p:cNvPr id="17" name="SlideText10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4CEAAD0bAAAVKwAA6CEAABAAAAAmAAAACAAAAAGAAAAAAAAA"/>
              </a:ext>
            </a:extLst>
          </p:cNvSpPr>
          <p:nvPr>
            <p:ph idx="34"/>
          </p:nvPr>
        </p:nvSpPr>
        <p:spPr>
          <a:xfrm>
            <a:off x="5506720" y="4427855"/>
            <a:ext cx="1496695" cy="1083945"/>
          </a:xfrm>
        </p:spPr>
        <p:txBody>
          <a:bodyPr/>
          <a:lstStyle>
            <a:lvl1pPr>
              <a:buNone/>
              <a:defRPr lang="en-us" sz="6600" b="1" i="0" cap="none" spc="-64">
                <a:solidFill>
                  <a:schemeClr val="accent5"/>
                </a:solidFill>
                <a:latin typeface="Arial" pitchFamily="2" charset="0"/>
                <a:ea typeface="Corbel" pitchFamily="0" charset="0"/>
                <a:cs typeface="Corbel" pitchFamily="0" charset="0"/>
              </a:defRPr>
            </a:lvl1pPr>
            <a:lvl2pPr>
              <a:buNone/>
              <a:defRPr lang="en-us"/>
            </a:lvl2pPr>
            <a:lvl3pPr>
              <a:buNone/>
              <a:defRPr lang="en-us"/>
            </a:lvl3pPr>
            <a:lvl4pPr marL="0" indent="0">
              <a:buNone/>
              <a:defRPr lang="en-us"/>
            </a:lvl4pPr>
            <a:lvl5pPr marL="171450" indent="0">
              <a:buNone/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##</a:t>
            </a:r>
          </a:p>
        </p:txBody>
      </p:sp>
      <p:sp>
        <p:nvSpPr>
          <p:cNvPr id="18" name="Text Placeholder 33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iwAAD0bAABwNQAA6CEAABAAAAAmAAAACAAAAAGAAAAAAAAA"/>
              </a:ext>
            </a:extLst>
          </p:cNvSpPr>
          <p:nvPr>
            <p:ph idx="35"/>
          </p:nvPr>
        </p:nvSpPr>
        <p:spPr>
          <a:xfrm>
            <a:off x="7189470" y="4427855"/>
            <a:ext cx="1497330" cy="1083945"/>
          </a:xfrm>
        </p:spPr>
        <p:txBody>
          <a:bodyPr/>
          <a:lstStyle>
            <a:lvl1pPr>
              <a:buNone/>
              <a:defRPr lang="en-us" sz="6600" b="1" i="0" cap="none" spc="-64">
                <a:solidFill>
                  <a:schemeClr val="accent5"/>
                </a:solidFill>
                <a:latin typeface="Arial" pitchFamily="2" charset="0"/>
                <a:ea typeface="Corbel" pitchFamily="0" charset="0"/>
                <a:cs typeface="Corbel" pitchFamily="0" charset="0"/>
              </a:defRPr>
            </a:lvl1pPr>
            <a:lvl2pPr>
              <a:buNone/>
              <a:defRPr lang="en-us"/>
            </a:lvl2pPr>
            <a:lvl3pPr>
              <a:buNone/>
              <a:defRPr lang="en-us"/>
            </a:lvl3pPr>
            <a:lvl4pPr marL="0" indent="0">
              <a:buNone/>
              <a:defRPr lang="en-us"/>
            </a:lvl4pPr>
            <a:lvl5pPr marL="171450" indent="0">
              <a:buNone/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##</a:t>
            </a:r>
          </a:p>
        </p:txBody>
      </p:sp>
      <p:sp>
        <p:nvSpPr>
          <p:cNvPr id="19" name="SlideText6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C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0AIAAK0aAAAGDAAAfhwAABAAAAAmAAAACAAAAIGgAAAAAAAA"/>
              </a:ext>
            </a:extLst>
          </p:cNvSpPr>
          <p:nvPr>
            <p:ph idx="36"/>
          </p:nvPr>
        </p:nvSpPr>
        <p:spPr>
          <a:xfrm>
            <a:off x="457200" y="4336415"/>
            <a:ext cx="1497330" cy="295275"/>
          </a:xfrm>
        </p:spPr>
        <p:txBody>
          <a:bodyPr vert="horz" wrap="square" lIns="0" tIns="0" rIns="0" bIns="0" numCol="1" spcCol="215900" anchor="b">
            <a:prstTxWarp prst="textNoShape">
              <a:avLst/>
            </a:prstTxWarp>
          </a:bodyPr>
          <a:lstStyle>
            <a:lvl1pPr>
              <a:buNone/>
              <a:defRPr lang="en-us" sz="1600" b="0" i="1" cap="none" spc="0">
                <a:solidFill>
                  <a:schemeClr val="bg2"/>
                </a:solidFill>
                <a:latin typeface="Corbel" pitchFamily="0" charset="0"/>
                <a:ea typeface="Corbel" pitchFamily="0" charset="0"/>
                <a:cs typeface="Corbel" pitchFamily="0" charset="0"/>
              </a:defRPr>
            </a:lvl1pPr>
            <a:lvl2pPr>
              <a:buNone/>
              <a:defRPr lang="en-us"/>
            </a:lvl2pPr>
            <a:lvl3pPr>
              <a:buNone/>
              <a:defRPr lang="en-us"/>
            </a:lvl3pPr>
            <a:lvl4pPr marL="0" indent="0">
              <a:buNone/>
              <a:defRPr lang="en-us"/>
            </a:lvl4pPr>
            <a:lvl5pPr marL="171450" indent="0">
              <a:buNone/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Insert</a:t>
            </a:r>
          </a:p>
        </p:txBody>
      </p:sp>
      <p:sp>
        <p:nvSpPr>
          <p:cNvPr id="20" name="Text Placeholder 33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C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w0AAK0aAABgFgAAfhwAABAAAAAmAAAACAAAAIGgAAAAAAAA"/>
              </a:ext>
            </a:extLst>
          </p:cNvSpPr>
          <p:nvPr>
            <p:ph idx="37"/>
          </p:nvPr>
        </p:nvSpPr>
        <p:spPr>
          <a:xfrm>
            <a:off x="2140585" y="4336415"/>
            <a:ext cx="1496695" cy="295275"/>
          </a:xfrm>
        </p:spPr>
        <p:txBody>
          <a:bodyPr vert="horz" wrap="square" lIns="0" tIns="0" rIns="0" bIns="0" numCol="1" spcCol="215900" anchor="b">
            <a:prstTxWarp prst="textNoShape">
              <a:avLst/>
            </a:prstTxWarp>
          </a:bodyPr>
          <a:lstStyle>
            <a:lvl1pPr>
              <a:buNone/>
              <a:defRPr lang="en-us" sz="1600" b="0" i="1" cap="none" spc="0">
                <a:solidFill>
                  <a:schemeClr val="bg2"/>
                </a:solidFill>
                <a:latin typeface="Corbel" pitchFamily="0" charset="0"/>
                <a:ea typeface="Corbel" pitchFamily="0" charset="0"/>
                <a:cs typeface="Corbel" pitchFamily="0" charset="0"/>
              </a:defRPr>
            </a:lvl1pPr>
            <a:lvl2pPr>
              <a:buNone/>
              <a:defRPr lang="en-us"/>
            </a:lvl2pPr>
            <a:lvl3pPr>
              <a:buNone/>
              <a:defRPr lang="en-us"/>
            </a:lvl3pPr>
            <a:lvl4pPr marL="0" indent="0">
              <a:buNone/>
              <a:defRPr lang="en-us"/>
            </a:lvl4pPr>
            <a:lvl5pPr marL="171450" indent="0">
              <a:buNone/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Insert</a:t>
            </a:r>
          </a:p>
        </p:txBody>
      </p:sp>
      <p:sp>
        <p:nvSpPr>
          <p:cNvPr id="21" name="Text Placeholder 33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C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hRcAAK0aAAC7IAAAfhwAABAAAAAmAAAACAAAAIGgAAAAAAAA"/>
              </a:ext>
            </a:extLst>
          </p:cNvSpPr>
          <p:nvPr>
            <p:ph idx="38"/>
          </p:nvPr>
        </p:nvSpPr>
        <p:spPr>
          <a:xfrm>
            <a:off x="3823335" y="4336415"/>
            <a:ext cx="1497330" cy="295275"/>
          </a:xfrm>
        </p:spPr>
        <p:txBody>
          <a:bodyPr vert="horz" wrap="square" lIns="0" tIns="0" rIns="0" bIns="0" numCol="1" spcCol="215900" anchor="b">
            <a:prstTxWarp prst="textNoShape">
              <a:avLst/>
            </a:prstTxWarp>
          </a:bodyPr>
          <a:lstStyle>
            <a:lvl1pPr>
              <a:buNone/>
              <a:defRPr lang="en-us" sz="1600" b="0" i="1" cap="none" spc="0">
                <a:solidFill>
                  <a:schemeClr val="bg2"/>
                </a:solidFill>
                <a:latin typeface="Corbel" pitchFamily="0" charset="0"/>
                <a:ea typeface="Corbel" pitchFamily="0" charset="0"/>
                <a:cs typeface="Corbel" pitchFamily="0" charset="0"/>
              </a:defRPr>
            </a:lvl1pPr>
            <a:lvl2pPr>
              <a:buNone/>
              <a:defRPr lang="en-us"/>
            </a:lvl2pPr>
            <a:lvl3pPr>
              <a:buNone/>
              <a:defRPr lang="en-us"/>
            </a:lvl3pPr>
            <a:lvl4pPr marL="0" indent="0">
              <a:buNone/>
              <a:defRPr lang="en-us"/>
            </a:lvl4pPr>
            <a:lvl5pPr marL="171450" indent="0">
              <a:buNone/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Insert</a:t>
            </a:r>
          </a:p>
        </p:txBody>
      </p:sp>
      <p:sp>
        <p:nvSpPr>
          <p:cNvPr id="22" name="Text Placeholder 33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C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4CEAAK0aAAAVKwAAfhwAABAAAAAmAAAACAAAAIGgAAAAAAAA"/>
              </a:ext>
            </a:extLst>
          </p:cNvSpPr>
          <p:nvPr>
            <p:ph idx="39"/>
          </p:nvPr>
        </p:nvSpPr>
        <p:spPr>
          <a:xfrm>
            <a:off x="5506720" y="4336415"/>
            <a:ext cx="1496695" cy="295275"/>
          </a:xfrm>
        </p:spPr>
        <p:txBody>
          <a:bodyPr vert="horz" wrap="square" lIns="0" tIns="0" rIns="0" bIns="0" numCol="1" spcCol="215900" anchor="b">
            <a:prstTxWarp prst="textNoShape">
              <a:avLst/>
            </a:prstTxWarp>
          </a:bodyPr>
          <a:lstStyle>
            <a:lvl1pPr>
              <a:buNone/>
              <a:defRPr lang="en-us" sz="1600" b="0" i="1" cap="none" spc="0">
                <a:solidFill>
                  <a:schemeClr val="bg2"/>
                </a:solidFill>
                <a:latin typeface="Corbel" pitchFamily="0" charset="0"/>
                <a:ea typeface="Corbel" pitchFamily="0" charset="0"/>
                <a:cs typeface="Corbel" pitchFamily="0" charset="0"/>
              </a:defRPr>
            </a:lvl1pPr>
            <a:lvl2pPr>
              <a:buNone/>
              <a:defRPr lang="en-us"/>
            </a:lvl2pPr>
            <a:lvl3pPr>
              <a:buNone/>
              <a:defRPr lang="en-us"/>
            </a:lvl3pPr>
            <a:lvl4pPr marL="0" indent="0">
              <a:buNone/>
              <a:defRPr lang="en-us"/>
            </a:lvl4pPr>
            <a:lvl5pPr marL="171450" indent="0">
              <a:buNone/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Insert</a:t>
            </a:r>
          </a:p>
        </p:txBody>
      </p:sp>
      <p:sp>
        <p:nvSpPr>
          <p:cNvPr id="23" name="SlideText7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C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iwAAK0aAABwNQAAfhwAABAAAAAmAAAACAAAAIGgAAAAAAAA"/>
              </a:ext>
            </a:extLst>
          </p:cNvSpPr>
          <p:nvPr>
            <p:ph idx="40"/>
          </p:nvPr>
        </p:nvSpPr>
        <p:spPr>
          <a:xfrm>
            <a:off x="7189470" y="4336415"/>
            <a:ext cx="1497330" cy="295275"/>
          </a:xfrm>
        </p:spPr>
        <p:txBody>
          <a:bodyPr vert="horz" wrap="square" lIns="0" tIns="0" rIns="0" bIns="0" numCol="1" spcCol="215900" anchor="b">
            <a:prstTxWarp prst="textNoShape">
              <a:avLst/>
            </a:prstTxWarp>
          </a:bodyPr>
          <a:lstStyle>
            <a:lvl1pPr>
              <a:buNone/>
              <a:defRPr lang="en-us" sz="1600" b="0" i="1" cap="none" spc="0">
                <a:solidFill>
                  <a:schemeClr val="bg2"/>
                </a:solidFill>
                <a:latin typeface="Corbel" pitchFamily="0" charset="0"/>
                <a:ea typeface="Corbel" pitchFamily="0" charset="0"/>
                <a:cs typeface="Corbel" pitchFamily="0" charset="0"/>
              </a:defRPr>
            </a:lvl1pPr>
            <a:lvl2pPr>
              <a:buNone/>
              <a:defRPr lang="en-us"/>
            </a:lvl2pPr>
            <a:lvl3pPr>
              <a:buNone/>
              <a:defRPr lang="en-us"/>
            </a:lvl3pPr>
            <a:lvl4pPr marL="0" indent="0">
              <a:buNone/>
              <a:defRPr lang="en-us"/>
            </a:lvl4pPr>
            <a:lvl5pPr marL="171450" indent="0">
              <a:buNone/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Insert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blank" preserve="1">
  <p:cSld name="1">
    <p:bg>
      <p:bgPr>
        <a:blipFill>
          <a:blip r:embed="rId2"/>
          <a:srcRect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0AIAADgEAABjFgAAxgs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>
              <a:defRPr lang="en-us"/>
            </a:pPr>
            <a:r>
              <a:t>Click to edit Master title style</a:t>
            </a:r>
          </a:p>
        </p:txBody>
      </p:sp>
      <p:sp>
        <p:nvSpPr>
          <p:cNvPr id="3" name="Content Placeholder 2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jhcAADgEAABwNQAAAiYAABAAAAAmAAAACAAAAAAAAAAAAAAA"/>
              </a:ext>
            </a:extLst>
          </p:cNvSpPr>
          <p:nvPr>
            <p:ph idx="1"/>
          </p:nvPr>
        </p:nvSpPr>
        <p:spPr/>
        <p:txBody>
          <a:bodyPr/>
          <a:lstStyle/>
          <a:p>
            <a:pPr>
              <a:defRPr lang="en-us"/>
            </a:pPr>
            <a:r>
              <a:t>Click to edit Master text styles</a:t>
            </a:r>
          </a:p>
          <a:p>
            <a:pPr lvl="1">
              <a:defRPr lang="en-us"/>
            </a:pPr>
            <a:r>
              <a:t>Second level</a:t>
            </a:r>
          </a:p>
          <a:p>
            <a:pPr lvl="2">
              <a:defRPr lang="en-us"/>
            </a:pPr>
            <a:r>
              <a:rPr lang="en-us" kern="1" cap="none"/>
              <a:t>Third level</a:t>
            </a:r>
            <a:endParaRPr lang="en-us" kern="1" cap="none"/>
          </a:p>
          <a:p>
            <a:pPr lvl="3">
              <a:defRPr lang="en-us"/>
            </a:pPr>
            <a:r>
              <a:rPr lang="en-us" kern="1" cap="none"/>
              <a:t>Fourth level</a:t>
            </a:r>
            <a:endParaRPr lang="en-us" kern="1" cap="none"/>
          </a:p>
          <a:p>
            <a:pPr lvl="4">
              <a:defRPr lang="en-us"/>
            </a:pPr>
            <a:r>
              <a:rPr lang="en-us" kern="1" cap="none"/>
              <a:t>Fifth level</a:t>
            </a:r>
            <a:endParaRPr lang="en-us" kern="1" cap="none"/>
          </a:p>
        </p:txBody>
      </p:sp>
      <p:sp>
        <p:nvSpPr>
          <p:cNvPr id="4" name="Text Placeholder 2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AQgAAGonAAB1MQAAMCoAABAAAAAmAAAACAAAAAGAAAAAAAAA"/>
              </a:ext>
            </a:extLst>
          </p:cNvSpPr>
          <p:nvPr>
            <p:ph idx="10"/>
          </p:nvPr>
        </p:nvSpPr>
        <p:spPr>
          <a:xfrm>
            <a:off x="1301115" y="6407150"/>
            <a:ext cx="6738620" cy="450850"/>
          </a:xfrm>
        </p:spPr>
        <p:txBody>
          <a:bodyPr/>
          <a:lstStyle>
            <a:lvl1pPr>
              <a:lnSpc>
                <a:spcPct val="85000"/>
              </a:lnSpc>
              <a:buNone/>
              <a:defRPr lang="en-us" sz="800" i="0" cap="none">
                <a:solidFill>
                  <a:schemeClr val="bg2"/>
                </a:solidFill>
                <a:latin typeface="Microsoft New Tai Lue" pitchFamily="0" charset="0"/>
                <a:ea typeface="Corbel" pitchFamily="0" charset="0"/>
                <a:cs typeface="Corbel" pitchFamily="0" charset="0"/>
              </a:defRPr>
            </a:lvl1pPr>
            <a:lvl2pPr>
              <a:lnSpc>
                <a:spcPct val="85000"/>
              </a:lnSpc>
              <a:buNone/>
              <a:defRPr lang="en-us" sz="800" cap="none">
                <a:solidFill>
                  <a:schemeClr val="bg2"/>
                </a:solidFill>
                <a:latin typeface="Microsoft New Tai Lue" pitchFamily="0" charset="0"/>
                <a:ea typeface="Corbel" pitchFamily="0" charset="0"/>
                <a:cs typeface="Corbel" pitchFamily="0" charset="0"/>
              </a:defRPr>
            </a:lvl2pPr>
            <a:lvl3pPr>
              <a:lnSpc>
                <a:spcPct val="85000"/>
              </a:lnSpc>
              <a:buNone/>
              <a:defRPr lang="en-us" sz="800" cap="none">
                <a:solidFill>
                  <a:schemeClr val="bg2"/>
                </a:solidFill>
                <a:latin typeface="Microsoft New Tai Lue" pitchFamily="0" charset="0"/>
                <a:ea typeface="Microsoft New Tai Lue" pitchFamily="0" charset="0"/>
                <a:cs typeface="Microsoft New Tai Lue" pitchFamily="0" charset="0"/>
              </a:defRPr>
            </a:lvl3pPr>
            <a:lvl4pPr>
              <a:lnSpc>
                <a:spcPct val="85000"/>
              </a:lnSpc>
              <a:buNone/>
              <a:defRPr lang="en-us" sz="800" cap="none">
                <a:solidFill>
                  <a:schemeClr val="bg2"/>
                </a:solidFill>
                <a:latin typeface="Microsoft New Tai Lue" pitchFamily="0" charset="0"/>
                <a:ea typeface="Microsoft New Tai Lue" pitchFamily="0" charset="0"/>
                <a:cs typeface="Microsoft New Tai Lue" pitchFamily="0" charset="0"/>
              </a:defRPr>
            </a:lvl4pPr>
            <a:lvl5pPr marL="0" indent="0">
              <a:lnSpc>
                <a:spcPct val="85000"/>
              </a:lnSpc>
              <a:buNone/>
              <a:defRPr lang="en-us" sz="800" cap="none">
                <a:solidFill>
                  <a:schemeClr val="bg2"/>
                </a:solidFill>
                <a:latin typeface="Microsoft New Tai Lue" pitchFamily="0" charset="0"/>
                <a:ea typeface="Microsoft New Tai Lue" pitchFamily="0" charset="0"/>
                <a:cs typeface="Microsoft New Tai Lue" pitchFamily="0" charset="0"/>
              </a:defRPr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Click to insert attribution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blank" preserve="1">
  <p:cSld name="1 + half">
    <p:bg>
      <p:bgPr>
        <a:blipFill>
          <a:blip r:embed="rId2"/>
          <a:srcRect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0AIAADgEAABjFgAAxgs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>
              <a:defRPr lang="en-us"/>
            </a:pPr>
            <a:r>
              <a:t>Click to edit Master title style</a:t>
            </a:r>
          </a:p>
        </p:txBody>
      </p:sp>
      <p:sp>
        <p:nvSpPr>
          <p:cNvPr id="3" name="Content Placeholder 2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jhcAADgEAABwNQAAAiYAABAAAAAmAAAACAAAAAAAAAAAAAAA"/>
              </a:ext>
            </a:extLst>
          </p:cNvSpPr>
          <p:nvPr>
            <p:ph idx="1"/>
          </p:nvPr>
        </p:nvSpPr>
        <p:spPr/>
        <p:txBody>
          <a:bodyPr/>
          <a:lstStyle/>
          <a:p>
            <a:pPr>
              <a:defRPr lang="en-us"/>
            </a:pPr>
            <a:r>
              <a:t>Click to edit Master text styles</a:t>
            </a:r>
          </a:p>
          <a:p>
            <a:pPr lvl="1">
              <a:defRPr lang="en-us"/>
            </a:pPr>
            <a:r>
              <a:t>Second level</a:t>
            </a:r>
          </a:p>
          <a:p>
            <a:pPr lvl="2">
              <a:defRPr lang="en-us"/>
            </a:pPr>
            <a:r>
              <a:rPr lang="en-us" kern="1" cap="none"/>
              <a:t>Third level</a:t>
            </a:r>
            <a:endParaRPr lang="en-us" kern="1" cap="none"/>
          </a:p>
          <a:p>
            <a:pPr lvl="3">
              <a:defRPr lang="en-us"/>
            </a:pPr>
            <a:r>
              <a:rPr lang="en-us" kern="1" cap="none"/>
              <a:t>Fourth level</a:t>
            </a:r>
            <a:endParaRPr lang="en-us" kern="1" cap="none"/>
          </a:p>
          <a:p>
            <a:pPr lvl="4">
              <a:defRPr lang="en-us"/>
            </a:pPr>
            <a:r>
              <a:rPr lang="en-us" kern="1" cap="none"/>
              <a:t>Fifth level</a:t>
            </a:r>
            <a:endParaRPr lang="en-us" kern="1" cap="none"/>
          </a:p>
        </p:txBody>
      </p:sp>
      <p:sp>
        <p:nvSpPr>
          <p:cNvPr id="4" name="SlideText1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AQgAABgVAABKFgAAAiYAABAAAAAmAAAACAAAAAEAAAAAAAAA"/>
              </a:ext>
            </a:extLst>
          </p:cNvSpPr>
          <p:nvPr>
            <p:ph idx="13"/>
          </p:nvPr>
        </p:nvSpPr>
        <p:spPr>
          <a:xfrm>
            <a:off x="1301115" y="3429000"/>
            <a:ext cx="2322195" cy="2749550"/>
          </a:xfrm>
        </p:spPr>
        <p:txBody>
          <a:bodyPr/>
          <a:lstStyle/>
          <a:p>
            <a:pPr>
              <a:defRPr lang="en-us"/>
            </a:pPr>
            <a:r>
              <a:t>Click to edit Master text styles</a:t>
            </a:r>
          </a:p>
          <a:p>
            <a:pPr lvl="1">
              <a:defRPr lang="en-us"/>
            </a:pPr>
            <a:r>
              <a:t>Second level</a:t>
            </a:r>
          </a:p>
          <a:p>
            <a:pPr lvl="2">
              <a:defRPr lang="en-us"/>
            </a:pPr>
            <a:r>
              <a:rPr lang="en-us" kern="1" cap="none"/>
              <a:t>Third level</a:t>
            </a:r>
            <a:endParaRPr lang="en-us" kern="1" cap="none"/>
          </a:p>
          <a:p>
            <a:pPr lvl="3">
              <a:defRPr lang="en-us"/>
            </a:pPr>
            <a:r>
              <a:rPr lang="en-us" kern="1" cap="none"/>
              <a:t>Fourth level</a:t>
            </a:r>
            <a:endParaRPr lang="en-us" kern="1" cap="none"/>
          </a:p>
          <a:p>
            <a:pPr lvl="4">
              <a:defRPr lang="en-us"/>
            </a:pPr>
            <a:r>
              <a:rPr lang="en-us" kern="1" cap="none"/>
              <a:t>Fifth level</a:t>
            </a:r>
            <a:endParaRPr lang="en-us" kern="1" cap="none"/>
          </a:p>
        </p:txBody>
      </p:sp>
      <p:sp>
        <p:nvSpPr>
          <p:cNvPr id="5" name="Text Placeholder 2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AQgAAGonAAB1MQAAMCoAABAAAAAmAAAACAAAAAGAAAAAAAAA"/>
              </a:ext>
            </a:extLst>
          </p:cNvSpPr>
          <p:nvPr>
            <p:ph idx="10"/>
          </p:nvPr>
        </p:nvSpPr>
        <p:spPr>
          <a:xfrm>
            <a:off x="1301115" y="6407150"/>
            <a:ext cx="6738620" cy="450850"/>
          </a:xfrm>
        </p:spPr>
        <p:txBody>
          <a:bodyPr/>
          <a:lstStyle>
            <a:lvl1pPr>
              <a:lnSpc>
                <a:spcPct val="85000"/>
              </a:lnSpc>
              <a:buNone/>
              <a:defRPr lang="en-us" sz="800" i="0" cap="none">
                <a:solidFill>
                  <a:schemeClr val="bg2"/>
                </a:solidFill>
                <a:latin typeface="Microsoft New Tai Lue" pitchFamily="0" charset="0"/>
                <a:ea typeface="Corbel" pitchFamily="0" charset="0"/>
                <a:cs typeface="Corbel" pitchFamily="0" charset="0"/>
              </a:defRPr>
            </a:lvl1pPr>
            <a:lvl2pPr>
              <a:lnSpc>
                <a:spcPct val="85000"/>
              </a:lnSpc>
              <a:buNone/>
              <a:defRPr lang="en-us" sz="800" cap="none">
                <a:solidFill>
                  <a:schemeClr val="bg2"/>
                </a:solidFill>
                <a:latin typeface="Microsoft New Tai Lue" pitchFamily="0" charset="0"/>
                <a:ea typeface="Corbel" pitchFamily="0" charset="0"/>
                <a:cs typeface="Corbel" pitchFamily="0" charset="0"/>
              </a:defRPr>
            </a:lvl2pPr>
            <a:lvl3pPr>
              <a:lnSpc>
                <a:spcPct val="85000"/>
              </a:lnSpc>
              <a:buNone/>
              <a:defRPr lang="en-us" sz="800" cap="none">
                <a:solidFill>
                  <a:schemeClr val="bg2"/>
                </a:solidFill>
                <a:latin typeface="Microsoft New Tai Lue" pitchFamily="0" charset="0"/>
                <a:ea typeface="Microsoft New Tai Lue" pitchFamily="0" charset="0"/>
                <a:cs typeface="Microsoft New Tai Lue" pitchFamily="0" charset="0"/>
              </a:defRPr>
            </a:lvl3pPr>
            <a:lvl4pPr>
              <a:lnSpc>
                <a:spcPct val="85000"/>
              </a:lnSpc>
              <a:buNone/>
              <a:defRPr lang="en-us" sz="800" cap="none">
                <a:solidFill>
                  <a:schemeClr val="bg2"/>
                </a:solidFill>
                <a:latin typeface="Microsoft New Tai Lue" pitchFamily="0" charset="0"/>
                <a:ea typeface="Microsoft New Tai Lue" pitchFamily="0" charset="0"/>
                <a:cs typeface="Microsoft New Tai Lue" pitchFamily="0" charset="0"/>
              </a:defRPr>
            </a:lvl4pPr>
            <a:lvl5pPr marL="0" indent="0">
              <a:lnSpc>
                <a:spcPct val="85000"/>
              </a:lnSpc>
              <a:buNone/>
              <a:defRPr lang="en-us" sz="800" cap="none">
                <a:solidFill>
                  <a:schemeClr val="bg2"/>
                </a:solidFill>
                <a:latin typeface="Microsoft New Tai Lue" pitchFamily="0" charset="0"/>
                <a:ea typeface="Microsoft New Tai Lue" pitchFamily="0" charset="0"/>
                <a:cs typeface="Microsoft New Tai Lue" pitchFamily="0" charset="0"/>
              </a:defRPr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Click to insert attribution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blank" preserve="1">
  <p:cSld name="1 Half">
    <p:bg>
      <p:bgPr>
        <a:blipFill>
          <a:blip r:embed="rId2"/>
          <a:srcRect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0AIAADgEAABjFgAAxgs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>
              <a:defRPr lang="en-us"/>
            </a:pPr>
            <a:r>
              <a:t>Click to edit Master title style</a:t>
            </a:r>
          </a:p>
        </p:txBody>
      </p:sp>
      <p:sp>
        <p:nvSpPr>
          <p:cNvPr id="3" name="Content Placeholder 2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jBcAABgVAABwNQAAAiYAABAAAAAmAAAACAAAAAEAAAAAAAAA"/>
              </a:ext>
            </a:extLst>
          </p:cNvSpPr>
          <p:nvPr>
            <p:ph idx="1"/>
          </p:nvPr>
        </p:nvSpPr>
        <p:spPr>
          <a:xfrm>
            <a:off x="3827780" y="3429000"/>
            <a:ext cx="4859020" cy="2749550"/>
          </a:xfrm>
        </p:spPr>
        <p:txBody>
          <a:bodyPr/>
          <a:lstStyle/>
          <a:p>
            <a:pPr>
              <a:defRPr lang="en-us"/>
            </a:pPr>
            <a:r>
              <a:t>Click to edit Master text styles</a:t>
            </a:r>
          </a:p>
          <a:p>
            <a:pPr lvl="1">
              <a:defRPr lang="en-us"/>
            </a:pPr>
            <a:r>
              <a:t>Second level</a:t>
            </a:r>
          </a:p>
          <a:p>
            <a:pPr lvl="2">
              <a:defRPr lang="en-us"/>
            </a:pPr>
            <a:r>
              <a:rPr lang="en-us" kern="1" cap="none"/>
              <a:t>Third level</a:t>
            </a:r>
            <a:endParaRPr lang="en-us" kern="1" cap="none"/>
          </a:p>
          <a:p>
            <a:pPr lvl="3">
              <a:defRPr lang="en-us"/>
            </a:pPr>
            <a:r>
              <a:rPr lang="en-us" kern="1" cap="none"/>
              <a:t>Fourth level</a:t>
            </a:r>
            <a:endParaRPr lang="en-us" kern="1" cap="none"/>
          </a:p>
          <a:p>
            <a:pPr lvl="4">
              <a:defRPr lang="en-us"/>
            </a:pPr>
            <a:r>
              <a:rPr lang="en-us" kern="1" cap="none"/>
              <a:t>Fifth level</a:t>
            </a:r>
            <a:endParaRPr lang="en-us" kern="1" cap="none"/>
          </a:p>
        </p:txBody>
      </p:sp>
      <p:sp>
        <p:nvSpPr>
          <p:cNvPr id="4" name="Text Placeholder 2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AQgAAGonAAB1MQAAMCoAABAAAAAmAAAACAAAAAGAAAAAAAAA"/>
              </a:ext>
            </a:extLst>
          </p:cNvSpPr>
          <p:nvPr>
            <p:ph idx="10"/>
          </p:nvPr>
        </p:nvSpPr>
        <p:spPr>
          <a:xfrm>
            <a:off x="1301115" y="6407150"/>
            <a:ext cx="6738620" cy="450850"/>
          </a:xfrm>
        </p:spPr>
        <p:txBody>
          <a:bodyPr/>
          <a:lstStyle>
            <a:lvl1pPr>
              <a:lnSpc>
                <a:spcPct val="85000"/>
              </a:lnSpc>
              <a:buNone/>
              <a:defRPr lang="en-us" sz="800" i="0" cap="none">
                <a:solidFill>
                  <a:schemeClr val="bg2"/>
                </a:solidFill>
                <a:latin typeface="Microsoft New Tai Lue" pitchFamily="0" charset="0"/>
                <a:ea typeface="Corbel" pitchFamily="0" charset="0"/>
                <a:cs typeface="Corbel" pitchFamily="0" charset="0"/>
              </a:defRPr>
            </a:lvl1pPr>
            <a:lvl2pPr>
              <a:lnSpc>
                <a:spcPct val="85000"/>
              </a:lnSpc>
              <a:buNone/>
              <a:defRPr lang="en-us" sz="800" cap="none">
                <a:solidFill>
                  <a:schemeClr val="bg2"/>
                </a:solidFill>
                <a:latin typeface="Microsoft New Tai Lue" pitchFamily="0" charset="0"/>
                <a:ea typeface="Corbel" pitchFamily="0" charset="0"/>
                <a:cs typeface="Corbel" pitchFamily="0" charset="0"/>
              </a:defRPr>
            </a:lvl2pPr>
            <a:lvl3pPr>
              <a:lnSpc>
                <a:spcPct val="85000"/>
              </a:lnSpc>
              <a:buNone/>
              <a:defRPr lang="en-us" sz="800" cap="none">
                <a:solidFill>
                  <a:schemeClr val="bg2"/>
                </a:solidFill>
                <a:latin typeface="Microsoft New Tai Lue" pitchFamily="0" charset="0"/>
                <a:ea typeface="Microsoft New Tai Lue" pitchFamily="0" charset="0"/>
                <a:cs typeface="Microsoft New Tai Lue" pitchFamily="0" charset="0"/>
              </a:defRPr>
            </a:lvl3pPr>
            <a:lvl4pPr>
              <a:lnSpc>
                <a:spcPct val="85000"/>
              </a:lnSpc>
              <a:buNone/>
              <a:defRPr lang="en-us" sz="800" cap="none">
                <a:solidFill>
                  <a:schemeClr val="bg2"/>
                </a:solidFill>
                <a:latin typeface="Microsoft New Tai Lue" pitchFamily="0" charset="0"/>
                <a:ea typeface="Microsoft New Tai Lue" pitchFamily="0" charset="0"/>
                <a:cs typeface="Microsoft New Tai Lue" pitchFamily="0" charset="0"/>
              </a:defRPr>
            </a:lvl4pPr>
            <a:lvl5pPr marL="0" indent="0">
              <a:lnSpc>
                <a:spcPct val="85000"/>
              </a:lnSpc>
              <a:buNone/>
              <a:defRPr lang="en-us" sz="800" cap="none">
                <a:solidFill>
                  <a:schemeClr val="bg2"/>
                </a:solidFill>
                <a:latin typeface="Microsoft New Tai Lue" pitchFamily="0" charset="0"/>
                <a:ea typeface="Microsoft New Tai Lue" pitchFamily="0" charset="0"/>
                <a:cs typeface="Microsoft New Tai Lue" pitchFamily="0" charset="0"/>
              </a:defRPr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Click to insert attribution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blank" preserve="1">
  <p:cSld name="2">
    <p:bg>
      <p:bgPr>
        <a:blipFill>
          <a:blip r:embed="rId2"/>
          <a:srcRect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0AIAADgEAABjFgAAxgs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>
              <a:defRPr lang="en-us"/>
            </a:pPr>
            <a:r>
              <a:t>Click to edit Master title style</a:t>
            </a:r>
          </a:p>
        </p:txBody>
      </p:sp>
      <p:sp>
        <p:nvSpPr>
          <p:cNvPr id="3" name="Content Placeholder 2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jBcAADgEAADUJQAAAiYAABAAAAAmAAAACAAAAAEAAAAAAAAA"/>
              </a:ext>
            </a:extLst>
          </p:cNvSpPr>
          <p:nvPr>
            <p:ph idx="1"/>
          </p:nvPr>
        </p:nvSpPr>
        <p:spPr>
          <a:xfrm>
            <a:off x="3827780" y="685800"/>
            <a:ext cx="2321560" cy="5492750"/>
          </a:xfrm>
        </p:spPr>
        <p:txBody>
          <a:bodyPr/>
          <a:lstStyle/>
          <a:p>
            <a:pPr>
              <a:defRPr lang="en-us"/>
            </a:pPr>
            <a:r>
              <a:t>Click to edit Master text styles</a:t>
            </a:r>
          </a:p>
          <a:p>
            <a:pPr lvl="1">
              <a:defRPr lang="en-us"/>
            </a:pPr>
            <a:r>
              <a:t>Second level</a:t>
            </a:r>
          </a:p>
          <a:p>
            <a:pPr lvl="2">
              <a:defRPr lang="en-us"/>
            </a:pPr>
            <a:r>
              <a:rPr lang="en-us" kern="1" cap="none"/>
              <a:t>Third level</a:t>
            </a:r>
            <a:endParaRPr lang="en-us" kern="1" cap="none"/>
          </a:p>
          <a:p>
            <a:pPr lvl="3">
              <a:defRPr lang="en-us"/>
            </a:pPr>
            <a:r>
              <a:rPr lang="en-us" kern="1" cap="none"/>
              <a:t>Fourth level</a:t>
            </a:r>
            <a:endParaRPr lang="en-us" kern="1" cap="none"/>
          </a:p>
          <a:p>
            <a:pPr lvl="4">
              <a:defRPr lang="en-us"/>
            </a:pPr>
            <a:r>
              <a:rPr lang="en-us" kern="1" cap="none"/>
              <a:t>Fifth level</a:t>
            </a:r>
            <a:endParaRPr lang="en-us" kern="1" cap="none"/>
          </a:p>
        </p:txBody>
      </p:sp>
      <p:sp>
        <p:nvSpPr>
          <p:cNvPr id="4" name="SlideText1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FicAADgEAABwNQAAAiYAABAAAAAmAAAACAAAAAEAAAAAAAAA"/>
              </a:ext>
            </a:extLst>
          </p:cNvSpPr>
          <p:nvPr>
            <p:ph idx="10"/>
          </p:nvPr>
        </p:nvSpPr>
        <p:spPr>
          <a:xfrm>
            <a:off x="6353810" y="685800"/>
            <a:ext cx="2332990" cy="5492750"/>
          </a:xfrm>
        </p:spPr>
        <p:txBody>
          <a:bodyPr/>
          <a:lstStyle/>
          <a:p>
            <a:pPr>
              <a:defRPr lang="en-us"/>
            </a:pPr>
            <a:r>
              <a:t>Click to edit Master text styles</a:t>
            </a:r>
          </a:p>
          <a:p>
            <a:pPr lvl="1">
              <a:defRPr lang="en-us"/>
            </a:pPr>
            <a:r>
              <a:t>Second level</a:t>
            </a:r>
          </a:p>
          <a:p>
            <a:pPr lvl="2">
              <a:defRPr lang="en-us"/>
            </a:pPr>
            <a:r>
              <a:rPr lang="en-us" kern="1" cap="none"/>
              <a:t>Third level</a:t>
            </a:r>
            <a:endParaRPr lang="en-us" kern="1" cap="none"/>
          </a:p>
          <a:p>
            <a:pPr lvl="3">
              <a:defRPr lang="en-us"/>
            </a:pPr>
            <a:r>
              <a:rPr lang="en-us" kern="1" cap="none"/>
              <a:t>Fourth level</a:t>
            </a:r>
            <a:endParaRPr lang="en-us" kern="1" cap="none"/>
          </a:p>
          <a:p>
            <a:pPr lvl="4">
              <a:defRPr lang="en-us"/>
            </a:pPr>
            <a:r>
              <a:rPr lang="en-us" kern="1" cap="none"/>
              <a:t>Fifth level</a:t>
            </a:r>
            <a:endParaRPr lang="en-us" kern="1" cap="none"/>
          </a:p>
        </p:txBody>
      </p:sp>
      <p:sp>
        <p:nvSpPr>
          <p:cNvPr id="5" name="Text Placeholder 2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AQgAAGonAAB1MQAAMCoAABAAAAAmAAAACAAAAAGAAAAAAAAA"/>
              </a:ext>
            </a:extLst>
          </p:cNvSpPr>
          <p:nvPr>
            <p:ph idx="11"/>
          </p:nvPr>
        </p:nvSpPr>
        <p:spPr>
          <a:xfrm>
            <a:off x="1301115" y="6407150"/>
            <a:ext cx="6738620" cy="450850"/>
          </a:xfrm>
        </p:spPr>
        <p:txBody>
          <a:bodyPr/>
          <a:lstStyle>
            <a:lvl1pPr>
              <a:lnSpc>
                <a:spcPct val="85000"/>
              </a:lnSpc>
              <a:buNone/>
              <a:defRPr lang="en-us" sz="800" i="0" cap="none">
                <a:solidFill>
                  <a:schemeClr val="bg2"/>
                </a:solidFill>
                <a:latin typeface="Microsoft New Tai Lue" pitchFamily="0" charset="0"/>
                <a:ea typeface="Corbel" pitchFamily="0" charset="0"/>
                <a:cs typeface="Corbel" pitchFamily="0" charset="0"/>
              </a:defRPr>
            </a:lvl1pPr>
            <a:lvl2pPr>
              <a:lnSpc>
                <a:spcPct val="85000"/>
              </a:lnSpc>
              <a:buNone/>
              <a:defRPr lang="en-us" sz="800" cap="none">
                <a:solidFill>
                  <a:schemeClr val="bg2"/>
                </a:solidFill>
                <a:latin typeface="Microsoft New Tai Lue" pitchFamily="0" charset="0"/>
                <a:ea typeface="Corbel" pitchFamily="0" charset="0"/>
                <a:cs typeface="Corbel" pitchFamily="0" charset="0"/>
              </a:defRPr>
            </a:lvl2pPr>
            <a:lvl3pPr>
              <a:lnSpc>
                <a:spcPct val="85000"/>
              </a:lnSpc>
              <a:buNone/>
              <a:defRPr lang="en-us" sz="800" cap="none">
                <a:solidFill>
                  <a:schemeClr val="bg2"/>
                </a:solidFill>
                <a:latin typeface="Microsoft New Tai Lue" pitchFamily="0" charset="0"/>
                <a:ea typeface="Microsoft New Tai Lue" pitchFamily="0" charset="0"/>
                <a:cs typeface="Microsoft New Tai Lue" pitchFamily="0" charset="0"/>
              </a:defRPr>
            </a:lvl3pPr>
            <a:lvl4pPr>
              <a:lnSpc>
                <a:spcPct val="85000"/>
              </a:lnSpc>
              <a:buNone/>
              <a:defRPr lang="en-us" sz="800" cap="none">
                <a:solidFill>
                  <a:schemeClr val="bg2"/>
                </a:solidFill>
                <a:latin typeface="Microsoft New Tai Lue" pitchFamily="0" charset="0"/>
                <a:ea typeface="Microsoft New Tai Lue" pitchFamily="0" charset="0"/>
                <a:cs typeface="Microsoft New Tai Lue" pitchFamily="0" charset="0"/>
              </a:defRPr>
            </a:lvl4pPr>
            <a:lvl5pPr marL="0" indent="0">
              <a:lnSpc>
                <a:spcPct val="85000"/>
              </a:lnSpc>
              <a:buNone/>
              <a:defRPr lang="en-us" sz="800" cap="none">
                <a:solidFill>
                  <a:schemeClr val="bg2"/>
                </a:solidFill>
                <a:latin typeface="Microsoft New Tai Lue" pitchFamily="0" charset="0"/>
                <a:ea typeface="Microsoft New Tai Lue" pitchFamily="0" charset="0"/>
                <a:cs typeface="Microsoft New Tai Lue" pitchFamily="0" charset="0"/>
              </a:defRPr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Click to insert attribution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blank" preserve="1">
  <p:cSld name="2 Half">
    <p:bg>
      <p:bgPr>
        <a:blipFill>
          <a:blip r:embed="rId2"/>
          <a:srcRect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0AIAADgEAABjFgAAxgs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>
              <a:defRPr lang="en-us"/>
            </a:pPr>
            <a:r>
              <a:t>Click to edit Master title style</a:t>
            </a:r>
          </a:p>
        </p:txBody>
      </p:sp>
      <p:sp>
        <p:nvSpPr>
          <p:cNvPr id="3" name="Content Placeholder 2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jBcAABgVAADUJQAAAiYAABAAAAAmAAAACAAAAAEAAAAAAAAA"/>
              </a:ext>
            </a:extLst>
          </p:cNvSpPr>
          <p:nvPr>
            <p:ph idx="1"/>
          </p:nvPr>
        </p:nvSpPr>
        <p:spPr>
          <a:xfrm>
            <a:off x="3827780" y="3429000"/>
            <a:ext cx="2321560" cy="2749550"/>
          </a:xfrm>
        </p:spPr>
        <p:txBody>
          <a:bodyPr/>
          <a:lstStyle/>
          <a:p>
            <a:pPr>
              <a:defRPr lang="en-us"/>
            </a:pPr>
            <a:r>
              <a:t>Click to edit Master text styles</a:t>
            </a:r>
          </a:p>
          <a:p>
            <a:pPr lvl="1">
              <a:defRPr lang="en-us"/>
            </a:pPr>
            <a:r>
              <a:t>Second level</a:t>
            </a:r>
          </a:p>
          <a:p>
            <a:pPr lvl="2">
              <a:defRPr lang="en-us"/>
            </a:pPr>
            <a:r>
              <a:rPr lang="en-us" kern="1" cap="none"/>
              <a:t>Third level</a:t>
            </a:r>
            <a:endParaRPr lang="en-us" kern="1" cap="none"/>
          </a:p>
          <a:p>
            <a:pPr lvl="3">
              <a:defRPr lang="en-us"/>
            </a:pPr>
            <a:r>
              <a:rPr lang="en-us" kern="1" cap="none"/>
              <a:t>Fourth level</a:t>
            </a:r>
            <a:endParaRPr lang="en-us" kern="1" cap="none"/>
          </a:p>
          <a:p>
            <a:pPr lvl="4">
              <a:defRPr lang="en-us"/>
            </a:pPr>
            <a:r>
              <a:rPr lang="en-us" kern="1" cap="none"/>
              <a:t>Fifth level</a:t>
            </a:r>
            <a:endParaRPr lang="en-us" kern="1" cap="none"/>
          </a:p>
        </p:txBody>
      </p:sp>
      <p:sp>
        <p:nvSpPr>
          <p:cNvPr id="4" name="SlideText1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FicAABgVAABwNQAAAiYAABAAAAAmAAAACAAAAAEAAAAAAAAA"/>
              </a:ext>
            </a:extLst>
          </p:cNvSpPr>
          <p:nvPr>
            <p:ph idx="10"/>
          </p:nvPr>
        </p:nvSpPr>
        <p:spPr>
          <a:xfrm>
            <a:off x="6353810" y="3429000"/>
            <a:ext cx="2332990" cy="2749550"/>
          </a:xfrm>
        </p:spPr>
        <p:txBody>
          <a:bodyPr/>
          <a:lstStyle/>
          <a:p>
            <a:pPr>
              <a:defRPr lang="en-us"/>
            </a:pPr>
            <a:r>
              <a:t>Click to edit Master text styles</a:t>
            </a:r>
          </a:p>
          <a:p>
            <a:pPr lvl="1">
              <a:defRPr lang="en-us"/>
            </a:pPr>
            <a:r>
              <a:t>Second level</a:t>
            </a:r>
          </a:p>
          <a:p>
            <a:pPr lvl="2">
              <a:defRPr lang="en-us"/>
            </a:pPr>
            <a:r>
              <a:rPr lang="en-us" kern="1" cap="none"/>
              <a:t>Third level</a:t>
            </a:r>
            <a:endParaRPr lang="en-us" kern="1" cap="none"/>
          </a:p>
          <a:p>
            <a:pPr lvl="3">
              <a:defRPr lang="en-us"/>
            </a:pPr>
            <a:r>
              <a:rPr lang="en-us" kern="1" cap="none"/>
              <a:t>Fourth level</a:t>
            </a:r>
            <a:endParaRPr lang="en-us" kern="1" cap="none"/>
          </a:p>
          <a:p>
            <a:pPr lvl="4">
              <a:defRPr lang="en-us"/>
            </a:pPr>
            <a:r>
              <a:rPr lang="en-us" kern="1" cap="none"/>
              <a:t>Fifth level</a:t>
            </a:r>
            <a:endParaRPr lang="en-us" kern="1" cap="none"/>
          </a:p>
        </p:txBody>
      </p:sp>
      <p:sp>
        <p:nvSpPr>
          <p:cNvPr id="5" name="Text Placeholder 2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AQgAAGonAAB1MQAAMCoAABAAAAAmAAAACAAAAAGAAAAAAAAA"/>
              </a:ext>
            </a:extLst>
          </p:cNvSpPr>
          <p:nvPr>
            <p:ph idx="11"/>
          </p:nvPr>
        </p:nvSpPr>
        <p:spPr>
          <a:xfrm>
            <a:off x="1301115" y="6407150"/>
            <a:ext cx="6738620" cy="450850"/>
          </a:xfrm>
        </p:spPr>
        <p:txBody>
          <a:bodyPr/>
          <a:lstStyle>
            <a:lvl1pPr>
              <a:lnSpc>
                <a:spcPct val="85000"/>
              </a:lnSpc>
              <a:buNone/>
              <a:defRPr lang="en-us" sz="800" i="0" cap="none">
                <a:solidFill>
                  <a:schemeClr val="bg2"/>
                </a:solidFill>
                <a:latin typeface="Microsoft New Tai Lue" pitchFamily="0" charset="0"/>
                <a:ea typeface="Corbel" pitchFamily="0" charset="0"/>
                <a:cs typeface="Corbel" pitchFamily="0" charset="0"/>
              </a:defRPr>
            </a:lvl1pPr>
            <a:lvl2pPr>
              <a:lnSpc>
                <a:spcPct val="85000"/>
              </a:lnSpc>
              <a:buNone/>
              <a:defRPr lang="en-us" sz="800" cap="none">
                <a:solidFill>
                  <a:schemeClr val="bg2"/>
                </a:solidFill>
                <a:latin typeface="Microsoft New Tai Lue" pitchFamily="0" charset="0"/>
                <a:ea typeface="Corbel" pitchFamily="0" charset="0"/>
                <a:cs typeface="Corbel" pitchFamily="0" charset="0"/>
              </a:defRPr>
            </a:lvl2pPr>
            <a:lvl3pPr>
              <a:lnSpc>
                <a:spcPct val="85000"/>
              </a:lnSpc>
              <a:buNone/>
              <a:defRPr lang="en-us" sz="800" cap="none">
                <a:solidFill>
                  <a:schemeClr val="bg2"/>
                </a:solidFill>
                <a:latin typeface="Microsoft New Tai Lue" pitchFamily="0" charset="0"/>
                <a:ea typeface="Microsoft New Tai Lue" pitchFamily="0" charset="0"/>
                <a:cs typeface="Microsoft New Tai Lue" pitchFamily="0" charset="0"/>
              </a:defRPr>
            </a:lvl3pPr>
            <a:lvl4pPr>
              <a:lnSpc>
                <a:spcPct val="85000"/>
              </a:lnSpc>
              <a:buNone/>
              <a:defRPr lang="en-us" sz="800" cap="none">
                <a:solidFill>
                  <a:schemeClr val="bg2"/>
                </a:solidFill>
                <a:latin typeface="Microsoft New Tai Lue" pitchFamily="0" charset="0"/>
                <a:ea typeface="Microsoft New Tai Lue" pitchFamily="0" charset="0"/>
                <a:cs typeface="Microsoft New Tai Lue" pitchFamily="0" charset="0"/>
              </a:defRPr>
            </a:lvl4pPr>
            <a:lvl5pPr marL="0" indent="0">
              <a:lnSpc>
                <a:spcPct val="85000"/>
              </a:lnSpc>
              <a:buNone/>
              <a:defRPr lang="en-us" sz="800" cap="none">
                <a:solidFill>
                  <a:schemeClr val="bg2"/>
                </a:solidFill>
                <a:latin typeface="Microsoft New Tai Lue" pitchFamily="0" charset="0"/>
                <a:ea typeface="Microsoft New Tai Lue" pitchFamily="0" charset="0"/>
                <a:cs typeface="Microsoft New Tai Lue" pitchFamily="0" charset="0"/>
              </a:defRPr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Click to insert attribution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blank" preserve="1">
  <p:cSld name="3 Half">
    <p:bg>
      <p:bgPr>
        <a:blipFill>
          <a:blip r:embed="rId2"/>
          <a:srcRect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0AIAADgEAABjFgAAxgs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>
              <a:defRPr lang="en-us"/>
            </a:pPr>
            <a:r>
              <a:t>Click to edit Master title style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jBcAABgVAADUJQAAAiYAABAAAAAmAAAACAAAAAEAAAAAAAAA"/>
              </a:ext>
            </a:extLst>
          </p:cNvSpPr>
          <p:nvPr>
            <p:ph idx="1"/>
          </p:nvPr>
        </p:nvSpPr>
        <p:spPr>
          <a:xfrm>
            <a:off x="3827780" y="3429000"/>
            <a:ext cx="2321560" cy="2749550"/>
          </a:xfrm>
        </p:spPr>
        <p:txBody>
          <a:bodyPr/>
          <a:lstStyle/>
          <a:p>
            <a:pPr>
              <a:defRPr lang="en-us"/>
            </a:pPr>
            <a:r>
              <a:t>Click to edit Master text styles</a:t>
            </a:r>
          </a:p>
          <a:p>
            <a:pPr lvl="1">
              <a:defRPr lang="en-us"/>
            </a:pPr>
            <a:r>
              <a:t>Second level</a:t>
            </a:r>
          </a:p>
          <a:p>
            <a:pPr lvl="2">
              <a:defRPr lang="en-us"/>
            </a:pPr>
            <a:r>
              <a:rPr lang="en-us" kern="1" cap="none"/>
              <a:t>Third level</a:t>
            </a:r>
            <a:endParaRPr lang="en-us" kern="1" cap="none"/>
          </a:p>
          <a:p>
            <a:pPr lvl="3">
              <a:defRPr lang="en-us"/>
            </a:pPr>
            <a:r>
              <a:rPr lang="en-us" kern="1" cap="none"/>
              <a:t>Fourth level</a:t>
            </a:r>
            <a:endParaRPr lang="en-us" kern="1" cap="none"/>
          </a:p>
          <a:p>
            <a:pPr lvl="4">
              <a:defRPr lang="en-us"/>
            </a:pPr>
            <a:r>
              <a:rPr lang="en-us" kern="1" cap="none"/>
              <a:t>Fifth level</a:t>
            </a:r>
            <a:endParaRPr lang="en-us" kern="1" cap="none"/>
          </a:p>
        </p:txBody>
      </p:sp>
      <p:sp>
        <p:nvSpPr>
          <p:cNvPr id="4" name="Content Placeholder 2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FicAABgVAABwNQAAAiYAABAAAAAmAAAACAAAAAEAAAAAAAAA"/>
              </a:ext>
            </a:extLst>
          </p:cNvSpPr>
          <p:nvPr>
            <p:ph idx="10"/>
          </p:nvPr>
        </p:nvSpPr>
        <p:spPr>
          <a:xfrm>
            <a:off x="6353810" y="3429000"/>
            <a:ext cx="2332990" cy="2749550"/>
          </a:xfrm>
        </p:spPr>
        <p:txBody>
          <a:bodyPr/>
          <a:lstStyle/>
          <a:p>
            <a:pPr>
              <a:defRPr lang="en-us"/>
            </a:pPr>
            <a:r>
              <a:t>Click to edit Master text styles</a:t>
            </a:r>
          </a:p>
          <a:p>
            <a:pPr lvl="1">
              <a:defRPr lang="en-us"/>
            </a:pPr>
            <a:r>
              <a:t>Second level</a:t>
            </a:r>
          </a:p>
          <a:p>
            <a:pPr lvl="2">
              <a:defRPr lang="en-us"/>
            </a:pPr>
            <a:r>
              <a:rPr lang="en-us" kern="1" cap="none"/>
              <a:t>Third level</a:t>
            </a:r>
            <a:endParaRPr lang="en-us" kern="1" cap="none"/>
          </a:p>
          <a:p>
            <a:pPr lvl="3">
              <a:defRPr lang="en-us"/>
            </a:pPr>
            <a:r>
              <a:rPr lang="en-us" kern="1" cap="none"/>
              <a:t>Fourth level</a:t>
            </a:r>
            <a:endParaRPr lang="en-us" kern="1" cap="none"/>
          </a:p>
          <a:p>
            <a:pPr lvl="4">
              <a:defRPr lang="en-us"/>
            </a:pPr>
            <a:r>
              <a:rPr lang="en-us" kern="1" cap="none"/>
              <a:t>Fifth level</a:t>
            </a:r>
            <a:endParaRPr lang="en-us" kern="1" cap="none"/>
          </a:p>
        </p:txBody>
      </p:sp>
      <p:sp>
        <p:nvSpPr>
          <p:cNvPr id="5" name="Content Placeholder 2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AQgAABgVAABKFgAAAiYAABAAAAAmAAAACAAAAAEAAAAAAAAA"/>
              </a:ext>
            </a:extLst>
          </p:cNvSpPr>
          <p:nvPr>
            <p:ph idx="11"/>
          </p:nvPr>
        </p:nvSpPr>
        <p:spPr>
          <a:xfrm>
            <a:off x="1301115" y="3429000"/>
            <a:ext cx="2322195" cy="2749550"/>
          </a:xfrm>
        </p:spPr>
        <p:txBody>
          <a:bodyPr/>
          <a:lstStyle/>
          <a:p>
            <a:pPr>
              <a:defRPr lang="en-us"/>
            </a:pPr>
            <a:r>
              <a:t>Click to edit Master text styles</a:t>
            </a:r>
          </a:p>
          <a:p>
            <a:pPr lvl="1">
              <a:defRPr lang="en-us"/>
            </a:pPr>
            <a:r>
              <a:t>Second level</a:t>
            </a:r>
          </a:p>
          <a:p>
            <a:pPr lvl="2">
              <a:defRPr lang="en-us"/>
            </a:pPr>
            <a:r>
              <a:rPr lang="en-us" kern="1" cap="none"/>
              <a:t>Third level</a:t>
            </a:r>
            <a:endParaRPr lang="en-us" kern="1" cap="none"/>
          </a:p>
          <a:p>
            <a:pPr lvl="3">
              <a:defRPr lang="en-us"/>
            </a:pPr>
            <a:r>
              <a:rPr lang="en-us" kern="1" cap="none"/>
              <a:t>Fourth level</a:t>
            </a:r>
            <a:endParaRPr lang="en-us" kern="1" cap="none"/>
          </a:p>
          <a:p>
            <a:pPr lvl="4">
              <a:defRPr lang="en-us"/>
            </a:pPr>
            <a:r>
              <a:rPr lang="en-us" kern="1" cap="none"/>
              <a:t>Fifth level</a:t>
            </a:r>
            <a:endParaRPr lang="en-us" kern="1" cap="none"/>
          </a:p>
        </p:txBody>
      </p:sp>
      <p:sp>
        <p:nvSpPr>
          <p:cNvPr id="6" name="Text Placeholder 2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AQgAAGonAAB1MQAAMCoAABAAAAAmAAAACAAAAAGAAAAAAAAA"/>
              </a:ext>
            </a:extLst>
          </p:cNvSpPr>
          <p:nvPr>
            <p:ph idx="12"/>
          </p:nvPr>
        </p:nvSpPr>
        <p:spPr>
          <a:xfrm>
            <a:off x="1301115" y="6407150"/>
            <a:ext cx="6738620" cy="450850"/>
          </a:xfrm>
        </p:spPr>
        <p:txBody>
          <a:bodyPr/>
          <a:lstStyle>
            <a:lvl1pPr>
              <a:lnSpc>
                <a:spcPct val="85000"/>
              </a:lnSpc>
              <a:buNone/>
              <a:defRPr lang="en-us" sz="800" i="0" cap="none">
                <a:solidFill>
                  <a:schemeClr val="bg2"/>
                </a:solidFill>
                <a:latin typeface="Microsoft New Tai Lue" pitchFamily="0" charset="0"/>
                <a:ea typeface="Corbel" pitchFamily="0" charset="0"/>
                <a:cs typeface="Corbel" pitchFamily="0" charset="0"/>
              </a:defRPr>
            </a:lvl1pPr>
            <a:lvl2pPr>
              <a:lnSpc>
                <a:spcPct val="85000"/>
              </a:lnSpc>
              <a:buNone/>
              <a:defRPr lang="en-us" sz="800" cap="none">
                <a:solidFill>
                  <a:schemeClr val="bg2"/>
                </a:solidFill>
                <a:latin typeface="Microsoft New Tai Lue" pitchFamily="0" charset="0"/>
                <a:ea typeface="Corbel" pitchFamily="0" charset="0"/>
                <a:cs typeface="Corbel" pitchFamily="0" charset="0"/>
              </a:defRPr>
            </a:lvl2pPr>
            <a:lvl3pPr>
              <a:lnSpc>
                <a:spcPct val="85000"/>
              </a:lnSpc>
              <a:buNone/>
              <a:defRPr lang="en-us" sz="800" cap="none">
                <a:solidFill>
                  <a:schemeClr val="bg2"/>
                </a:solidFill>
                <a:latin typeface="Microsoft New Tai Lue" pitchFamily="0" charset="0"/>
                <a:ea typeface="Microsoft New Tai Lue" pitchFamily="0" charset="0"/>
                <a:cs typeface="Microsoft New Tai Lue" pitchFamily="0" charset="0"/>
              </a:defRPr>
            </a:lvl3pPr>
            <a:lvl4pPr>
              <a:lnSpc>
                <a:spcPct val="85000"/>
              </a:lnSpc>
              <a:buNone/>
              <a:defRPr lang="en-us" sz="800" cap="none">
                <a:solidFill>
                  <a:schemeClr val="bg2"/>
                </a:solidFill>
                <a:latin typeface="Microsoft New Tai Lue" pitchFamily="0" charset="0"/>
                <a:ea typeface="Microsoft New Tai Lue" pitchFamily="0" charset="0"/>
                <a:cs typeface="Microsoft New Tai Lue" pitchFamily="0" charset="0"/>
              </a:defRPr>
            </a:lvl4pPr>
            <a:lvl5pPr marL="0" indent="0">
              <a:lnSpc>
                <a:spcPct val="85000"/>
              </a:lnSpc>
              <a:buNone/>
              <a:defRPr lang="en-us" sz="800" cap="none">
                <a:solidFill>
                  <a:schemeClr val="bg2"/>
                </a:solidFill>
                <a:latin typeface="Microsoft New Tai Lue" pitchFamily="0" charset="0"/>
                <a:ea typeface="Microsoft New Tai Lue" pitchFamily="0" charset="0"/>
                <a:cs typeface="Microsoft New Tai Lue" pitchFamily="0" charset="0"/>
              </a:defRPr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Click to insert attribution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blank" preserve="1">
  <p:cSld name="Title Only">
    <p:bg>
      <p:bgPr>
        <a:blipFill>
          <a:blip r:embed="rId2"/>
          <a:srcRect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0AIAADgEAABjFgAAxgs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>
              <a:defRPr lang="en-us"/>
            </a:pPr>
            <a:r>
              <a:t>Click to edit Master title style</a:t>
            </a:r>
          </a:p>
        </p:txBody>
      </p:sp>
      <p:sp>
        <p:nvSpPr>
          <p:cNvPr id="3" name="Text Placeholder 2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0AIAAGonAAB1MQAAMCoAABAAAAAmAAAACAAAAAGAAAAAAAAA"/>
              </a:ext>
            </a:extLst>
          </p:cNvSpPr>
          <p:nvPr>
            <p:ph idx="10"/>
          </p:nvPr>
        </p:nvSpPr>
        <p:spPr>
          <a:xfrm>
            <a:off x="457200" y="6407150"/>
            <a:ext cx="7582535" cy="450850"/>
          </a:xfrm>
        </p:spPr>
        <p:txBody>
          <a:bodyPr/>
          <a:lstStyle>
            <a:lvl1pPr>
              <a:lnSpc>
                <a:spcPct val="85000"/>
              </a:lnSpc>
              <a:buNone/>
              <a:defRPr lang="en-us" sz="800" i="0" cap="none">
                <a:solidFill>
                  <a:schemeClr val="bg2"/>
                </a:solidFill>
                <a:latin typeface="Microsoft New Tai Lue" pitchFamily="0" charset="0"/>
                <a:ea typeface="Corbel" pitchFamily="0" charset="0"/>
                <a:cs typeface="Corbel" pitchFamily="0" charset="0"/>
              </a:defRPr>
            </a:lvl1pPr>
            <a:lvl2pPr>
              <a:lnSpc>
                <a:spcPct val="85000"/>
              </a:lnSpc>
              <a:buNone/>
              <a:defRPr lang="en-us" sz="800" cap="none">
                <a:solidFill>
                  <a:schemeClr val="bg2"/>
                </a:solidFill>
                <a:latin typeface="Microsoft New Tai Lue" pitchFamily="0" charset="0"/>
                <a:ea typeface="Corbel" pitchFamily="0" charset="0"/>
                <a:cs typeface="Corbel" pitchFamily="0" charset="0"/>
              </a:defRPr>
            </a:lvl2pPr>
            <a:lvl3pPr>
              <a:lnSpc>
                <a:spcPct val="85000"/>
              </a:lnSpc>
              <a:buNone/>
              <a:defRPr lang="en-us" sz="800" cap="none">
                <a:solidFill>
                  <a:schemeClr val="bg2"/>
                </a:solidFill>
                <a:latin typeface="Microsoft New Tai Lue" pitchFamily="0" charset="0"/>
                <a:ea typeface="Microsoft New Tai Lue" pitchFamily="0" charset="0"/>
                <a:cs typeface="Microsoft New Tai Lue" pitchFamily="0" charset="0"/>
              </a:defRPr>
            </a:lvl3pPr>
            <a:lvl4pPr>
              <a:lnSpc>
                <a:spcPct val="85000"/>
              </a:lnSpc>
              <a:buNone/>
              <a:defRPr lang="en-us" sz="800" cap="none">
                <a:solidFill>
                  <a:schemeClr val="bg2"/>
                </a:solidFill>
                <a:latin typeface="Microsoft New Tai Lue" pitchFamily="0" charset="0"/>
                <a:ea typeface="Microsoft New Tai Lue" pitchFamily="0" charset="0"/>
                <a:cs typeface="Microsoft New Tai Lue" pitchFamily="0" charset="0"/>
              </a:defRPr>
            </a:lvl4pPr>
            <a:lvl5pPr marL="0" indent="0">
              <a:lnSpc>
                <a:spcPct val="85000"/>
              </a:lnSpc>
              <a:buNone/>
              <a:defRPr lang="en-us" sz="800" cap="none">
                <a:solidFill>
                  <a:schemeClr val="bg2"/>
                </a:solidFill>
                <a:latin typeface="Microsoft New Tai Lue" pitchFamily="0" charset="0"/>
                <a:ea typeface="Microsoft New Tai Lue" pitchFamily="0" charset="0"/>
                <a:cs typeface="Microsoft New Tai Lue" pitchFamily="0" charset="0"/>
              </a:defRPr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Click to insert attribution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 type="blank" preserve="1">
  <p:cSld name="Chapter Header">
    <p:bg>
      <p:bgPr>
        <a:blipFill>
          <a:blip r:embed="rId2"/>
          <a:srcRect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:pr="smNativeData" xmlns="smNativeData" val="SMDATA_15_mcIdaRMAAAAlAAAAZAAAAE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CO7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0AIAAKwXAADUHAAAUicAABAgAAAmAAAACAAAAAGgAAAAAAAA"/>
              </a:ext>
            </a:extLst>
          </p:cNvSpPr>
          <p:nvPr>
            <p:ph type="title"/>
          </p:nvPr>
        </p:nvSpPr>
        <p:spPr>
          <a:xfrm>
            <a:off x="457200" y="3848100"/>
            <a:ext cx="4229100" cy="2543810"/>
          </a:xfrm>
        </p:spPr>
        <p:txBody>
          <a:bodyPr vert="horz" wrap="square" lIns="0" tIns="0" rIns="0" bIns="0" numCol="1" spcCol="215900" anchor="t">
            <a:prstTxWarp prst="textNoShape">
              <a:avLst/>
            </a:prstTxWarp>
          </a:bodyPr>
          <a:lstStyle>
            <a:lvl1pPr>
              <a:defRPr lang="en-us" sz="5800" kern="1" cap="none" spc="-37" baseline="0">
                <a:solidFill>
                  <a:schemeClr val="bg1"/>
                </a:solidFill>
              </a:defRPr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blank" preserve="1">
  <p:cSld name="Gr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3"/>
          <p:cNvGrpSpPr>
            <a:extLst>
              <a:ext uri="smNativeData">
                <pr:smNativeData xmlns:pr="smNativeData" xmlns="smNativeData" val="SMDATA_6_mcIdaRMAAAAlAAAAAQAAAA8BAAAAkAAAAEgAAACQAAAASAAAAAAAAAAAAAAAAAAAABcAAAAUAAAAAAAAAAAAAAD/fwAA/38AAAAAAAAJAAAABAAAAOA+2yIfAAAAVAAAAAAAAAAAAAAAAAAAAAAAAAAAAAAAAAAAAAAAAAAAAAAAAAAAAAAAAAAAAAAAAAAAAAAAAAAAAAAAAAAAAAAAAAAAAAAAAAAAAAAAAAAAAAAAAAAAACEAAAAYAAAAFAAAAAAAAAAAAAAAQDgAADAqAAAQAAAAJgAAAAgAAAD/////AAAAAA=="/>
              </a:ext>
            </a:extLst>
          </p:cNvGrpSpPr>
          <p:nvPr/>
        </p:nvGrpSpPr>
        <p:grpSpPr>
          <a:xfrm>
            <a:off x="0" y="0"/>
            <a:ext cx="9144000" cy="6858000"/>
            <a:chOff x="0" y="0"/>
            <a:chExt cx="9144000" cy="6858000"/>
          </a:xfrm>
        </p:grpSpPr>
        <p:sp>
          <p:nvSpPr>
            <p:cNvPr id="27" name="Straight Connector 48"/>
            <p:cNvSpPr>
              <a:extLst>
                <a:ext uri="smNativeData">
                  <pr:smNativeData xmlns:pr="smNativeData" xmlns="smNativeData" val="SMDATA_15_mcIdaRMAAAAlAAAACg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BAAAAAgAAAP8AZgAP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P8AZgB/f38AAAAAA8zMzADAwP8Af39/AAAAAAAAAAAAAAAAAAAAAAAAAAAAIQAAABgAAAAUAAAA0AIAAAAAAADQAgAAMCoAAAAAAAAmAAAACAAAAP//////////"/>
                </a:ext>
              </a:extLst>
            </p:cNvSpPr>
            <p:nvPr/>
          </p:nvSpPr>
          <p:spPr>
            <a:xfrm>
              <a:off x="457200" y="0"/>
              <a:ext cx="0" cy="6858000"/>
            </a:xfrm>
            <a:prstGeom prst="line">
              <a:avLst/>
            </a:prstGeom>
            <a:noFill/>
            <a:ln w="9525" cap="flat" cmpd="sng" algn="ctr">
              <a:solidFill>
                <a:srgbClr val="FF0066"/>
              </a:solidFill>
              <a:prstDash val="sysDash"/>
              <a:headEnd type="none"/>
              <a:tailEnd type="none"/>
            </a:ln>
            <a:effectLst/>
          </p:spPr>
        </p:sp>
        <p:sp>
          <p:nvSpPr>
            <p:cNvPr id="26" name="Straight Connector 49"/>
            <p:cNvSpPr>
              <a:extLst>
                <a:ext uri="smNativeData">
                  <pr:smNativeData xmlns:pr="smNativeData" xmlns="smNativeData" val="SMDATA_15_mcIdaRMAAAAlAAAACg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BAAAAAgAAAP8AZgAP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Fthev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P8AZgB/f38AAAAAA8zMzADAwP8Af39/AAAAAAAAAAAAAAAAAAAAAAAAAAAAIQAAABgAAAAUAAAAcDUAAAAAAABwNQAAMCoAAAAAAAAmAAAACAAAAP//////////"/>
                </a:ext>
              </a:extLst>
            </p:cNvSpPr>
            <p:nvPr/>
          </p:nvSpPr>
          <p:spPr>
            <a:xfrm>
              <a:off x="8686800" y="0"/>
              <a:ext cx="0" cy="6858000"/>
            </a:xfrm>
            <a:prstGeom prst="line">
              <a:avLst/>
            </a:prstGeom>
            <a:noFill/>
            <a:ln w="9525" cap="flat" cmpd="sng" algn="ctr">
              <a:solidFill>
                <a:srgbClr val="FF0066"/>
              </a:solidFill>
              <a:prstDash val="sysDash"/>
              <a:headEnd type="none"/>
              <a:tailEnd type="none"/>
            </a:ln>
            <a:effectLst/>
          </p:spPr>
        </p:sp>
        <p:sp>
          <p:nvSpPr>
            <p:cNvPr id="25" name="Straight Connector 80"/>
            <p:cNvSpPr>
              <a:extLst>
                <a:ext uri="smNativeData">
                  <pr:smNativeData xmlns:pr="smNativeData" xmlns="smNativeData" val="SMDATA_15_mcIdaRMAAAAlAAAACg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BAAAAAgAAAP8AZgAP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8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P8AZgB/f38AAAAAA8zMzADAwP8Af39/AAAAAAAAAAAAAAAAAAAAAAAAAAAAIQAAABgAAAAUAAAA2gYAAAAAAADaBgAAMCoAAAAAAAAmAAAACAAAAP//////////"/>
                </a:ext>
              </a:extLst>
            </p:cNvSpPr>
            <p:nvPr/>
          </p:nvSpPr>
          <p:spPr>
            <a:xfrm>
              <a:off x="1113790" y="0"/>
              <a:ext cx="0" cy="6858000"/>
            </a:xfrm>
            <a:prstGeom prst="line">
              <a:avLst/>
            </a:prstGeom>
            <a:noFill/>
            <a:ln w="9525" cap="flat" cmpd="sng" algn="ctr">
              <a:solidFill>
                <a:srgbClr val="FF0066"/>
              </a:solidFill>
              <a:prstDash val="sysDash"/>
              <a:headEnd type="none"/>
              <a:tailEnd type="none"/>
            </a:ln>
            <a:effectLst/>
          </p:spPr>
        </p:sp>
        <p:sp>
          <p:nvSpPr>
            <p:cNvPr id="24" name="Straight Connector 81"/>
            <p:cNvSpPr>
              <a:extLst>
                <a:ext uri="smNativeData">
                  <pr:smNativeData xmlns:pr="smNativeData" xmlns="smNativeData" val="SMDATA_15_mcIdaRMAAAAlAAAACg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BAAAAAgAAAP8AZgAP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P8AZgB/f38AAAAAA8zMzADAwP8Af39/AAAAAAAAAAAAAAAAAAAAAAAAAAAAIQAAABgAAAAUAAAAAAgAAAAAAAAACAAAMCoAAAAAAAAmAAAACAAAAP//////////"/>
                </a:ext>
              </a:extLst>
            </p:cNvSpPr>
            <p:nvPr/>
          </p:nvSpPr>
          <p:spPr>
            <a:xfrm>
              <a:off x="1300480" y="0"/>
              <a:ext cx="0" cy="6858000"/>
            </a:xfrm>
            <a:prstGeom prst="line">
              <a:avLst/>
            </a:prstGeom>
            <a:noFill/>
            <a:ln w="9525" cap="flat" cmpd="sng" algn="ctr">
              <a:solidFill>
                <a:srgbClr val="FF0066"/>
              </a:solidFill>
              <a:prstDash val="sysDash"/>
              <a:headEnd type="none"/>
              <a:tailEnd type="none"/>
            </a:ln>
            <a:effectLst/>
          </p:spPr>
        </p:sp>
        <p:sp>
          <p:nvSpPr>
            <p:cNvPr id="23" name="Straight Connector 78"/>
            <p:cNvSpPr>
              <a:extLst>
                <a:ext uri="smNativeData">
                  <pr:smNativeData xmlns:pr="smNativeData" xmlns="smNativeData" val="SMDATA_15_mcIdaRMAAAAlAAAACg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BAAAAAgAAAP8AZgAP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P8AZgB/f38AAAAAA8zMzADAwP8Af39/AAAAAAAAAAAAAAAAAAAAAAAAAAAAIQAAABgAAAAUAAAABgwAAAAAAAAGDAAAMCoAAAAAAAAmAAAACAAAAP//////////"/>
                </a:ext>
              </a:extLst>
            </p:cNvSpPr>
            <p:nvPr/>
          </p:nvSpPr>
          <p:spPr>
            <a:xfrm>
              <a:off x="1954530" y="0"/>
              <a:ext cx="0" cy="6858000"/>
            </a:xfrm>
            <a:prstGeom prst="line">
              <a:avLst/>
            </a:prstGeom>
            <a:noFill/>
            <a:ln w="9525" cap="flat" cmpd="sng" algn="ctr">
              <a:solidFill>
                <a:srgbClr val="FF0066"/>
              </a:solidFill>
              <a:prstDash val="sysDash"/>
              <a:headEnd type="none"/>
              <a:tailEnd type="none"/>
            </a:ln>
            <a:effectLst/>
          </p:spPr>
        </p:sp>
        <p:sp>
          <p:nvSpPr>
            <p:cNvPr id="22" name="Straight Connector 79"/>
            <p:cNvSpPr>
              <a:extLst>
                <a:ext uri="smNativeData">
                  <pr:smNativeData xmlns:pr="smNativeData" xmlns="smNativeData" val="SMDATA_15_mcIdaRMAAAAlAAAACg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BAAAAAgAAAP8AZgAP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P8AZgB/f38AAAAAA8zMzADAwP8Af39/AAAAAAAAAAAAAAAAAAAAAAAAAAAAIQAAABgAAAAUAAAALw0AAAAAAAAvDQAAMCoAAAAAAAAmAAAACAAAAP//////////"/>
                </a:ext>
              </a:extLst>
            </p:cNvSpPr>
            <p:nvPr/>
          </p:nvSpPr>
          <p:spPr>
            <a:xfrm>
              <a:off x="2143125" y="0"/>
              <a:ext cx="0" cy="6858000"/>
            </a:xfrm>
            <a:prstGeom prst="line">
              <a:avLst/>
            </a:prstGeom>
            <a:noFill/>
            <a:ln w="9525" cap="flat" cmpd="sng" algn="ctr">
              <a:solidFill>
                <a:srgbClr val="FF0066"/>
              </a:solidFill>
              <a:prstDash val="sysDash"/>
              <a:headEnd type="none"/>
              <a:tailEnd type="none"/>
            </a:ln>
            <a:effectLst/>
          </p:spPr>
        </p:sp>
        <p:sp>
          <p:nvSpPr>
            <p:cNvPr id="21" name="Straight Connector 76"/>
            <p:cNvSpPr>
              <a:extLst>
                <a:ext uri="smNativeData">
                  <pr:smNativeData xmlns:pr="smNativeData" xmlns="smNativeData" val="SMDATA_15_mcIdaRMAAAAlAAAACg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BAAAAAgAAAP8AZgAP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P8AZgB/f38AAAAAA8zMzADAwP8Af39/AAAAAAAAAAAAAAAAAAAAAAAAAAAAIQAAABgAAAAUAAAANBEAAAAAAAA0EQAAMCoAAAAAAAAmAAAACAAAAP//////////"/>
                </a:ext>
              </a:extLst>
            </p:cNvSpPr>
            <p:nvPr/>
          </p:nvSpPr>
          <p:spPr>
            <a:xfrm>
              <a:off x="2796540" y="0"/>
              <a:ext cx="0" cy="6858000"/>
            </a:xfrm>
            <a:prstGeom prst="line">
              <a:avLst/>
            </a:prstGeom>
            <a:noFill/>
            <a:ln w="9525" cap="flat" cmpd="sng" algn="ctr">
              <a:solidFill>
                <a:srgbClr val="FF0066"/>
              </a:solidFill>
              <a:prstDash val="sysDash"/>
              <a:headEnd type="none"/>
              <a:tailEnd type="none"/>
            </a:ln>
            <a:effectLst/>
          </p:spPr>
        </p:sp>
        <p:sp>
          <p:nvSpPr>
            <p:cNvPr id="20" name="Straight Connector 77"/>
            <p:cNvSpPr>
              <a:extLst>
                <a:ext uri="smNativeData">
                  <pr:smNativeData xmlns:pr="smNativeData" xmlns="smNativeData" val="SMDATA_15_mcIdaRMAAAAlAAAACg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BAAAAAgAAAP8AZgAP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P8AZgB/f38AAAAAA8zMzADAwP8Af39/AAAAAAAAAAAAAAAAAAAAAAAAAAAAIQAAABgAAAAUAAAAZhIAAAAAAABmEgAAMCoAAAAAAAAmAAAACAAAAP//////////"/>
                </a:ext>
              </a:extLst>
            </p:cNvSpPr>
            <p:nvPr/>
          </p:nvSpPr>
          <p:spPr>
            <a:xfrm>
              <a:off x="2990850" y="0"/>
              <a:ext cx="0" cy="6858000"/>
            </a:xfrm>
            <a:prstGeom prst="line">
              <a:avLst/>
            </a:prstGeom>
            <a:noFill/>
            <a:ln w="9525" cap="flat" cmpd="sng" algn="ctr">
              <a:solidFill>
                <a:srgbClr val="FF0066"/>
              </a:solidFill>
              <a:prstDash val="sysDash"/>
              <a:headEnd type="none"/>
              <a:tailEnd type="none"/>
            </a:ln>
            <a:effectLst/>
          </p:spPr>
        </p:sp>
        <p:sp>
          <p:nvSpPr>
            <p:cNvPr id="19" name="Straight Connector 74"/>
            <p:cNvSpPr>
              <a:extLst>
                <a:ext uri="smNativeData">
                  <pr:smNativeData xmlns:pr="smNativeData" xmlns="smNativeData" val="SMDATA_15_mcIdaRMAAAAlAAAACg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BAAAAAgAAAP8AZgAP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P8AZgB/f38AAAAAA8zMzADAwP8Af39/AAAAAAAAAAAAAAAAAAAAAAAAAAAAIQAAABgAAAAUAAAAYxYAAAAAAABjFgAAMCoAAAAAAAAmAAAACAAAAP//////////"/>
                </a:ext>
              </a:extLst>
            </p:cNvSpPr>
            <p:nvPr/>
          </p:nvSpPr>
          <p:spPr>
            <a:xfrm>
              <a:off x="3639185" y="0"/>
              <a:ext cx="0" cy="6858000"/>
            </a:xfrm>
            <a:prstGeom prst="line">
              <a:avLst/>
            </a:prstGeom>
            <a:noFill/>
            <a:ln w="9525" cap="flat" cmpd="sng" algn="ctr">
              <a:solidFill>
                <a:srgbClr val="FF0066"/>
              </a:solidFill>
              <a:prstDash val="sysDash"/>
              <a:headEnd type="none"/>
              <a:tailEnd type="none"/>
            </a:ln>
            <a:effectLst/>
          </p:spPr>
        </p:sp>
        <p:sp>
          <p:nvSpPr>
            <p:cNvPr id="18" name="Straight Connector 75"/>
            <p:cNvSpPr>
              <a:extLst>
                <a:ext uri="smNativeData">
                  <pr:smNativeData xmlns:pr="smNativeData" xmlns="smNativeData" val="SMDATA_15_mcIdaRMAAAAlAAAACg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BAAAAAgAAAP8AZgAP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P8AZgB/f38AAAAAA8zMzADAwP8Af39/AAAAAAAAAAAAAAAAAAAAAAAAAAAAIQAAABgAAAAUAAAAjhcAAAAAAACOFwAAMCoAAAAAAAAmAAAACAAAAP//////////"/>
                </a:ext>
              </a:extLst>
            </p:cNvSpPr>
            <p:nvPr/>
          </p:nvSpPr>
          <p:spPr>
            <a:xfrm>
              <a:off x="3829050" y="0"/>
              <a:ext cx="0" cy="6858000"/>
            </a:xfrm>
            <a:prstGeom prst="line">
              <a:avLst/>
            </a:prstGeom>
            <a:noFill/>
            <a:ln w="9525" cap="flat" cmpd="sng" algn="ctr">
              <a:solidFill>
                <a:srgbClr val="FF0066"/>
              </a:solidFill>
              <a:prstDash val="sysDash"/>
              <a:headEnd type="none"/>
              <a:tailEnd type="none"/>
            </a:ln>
            <a:effectLst/>
          </p:spPr>
        </p:sp>
        <p:sp>
          <p:nvSpPr>
            <p:cNvPr id="17" name="Straight Connector 72"/>
            <p:cNvSpPr>
              <a:extLst>
                <a:ext uri="smNativeData">
                  <pr:smNativeData xmlns:pr="smNativeData" xmlns="smNativeData" val="SMDATA_15_mcIdaRMAAAAlAAAACg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BAAAAAgAAAP8AZgAP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P8AZgB/f38AAAAAA8zMzADAwP8Af39/AAAAAAAAAAAAAAAAAAAAAAAAAAAAIQAAABgAAAAUAAAAjRsAAAAAAACNGwAAMCoAAAAAAAAmAAAACAAAAP//////////"/>
                </a:ext>
              </a:extLst>
            </p:cNvSpPr>
            <p:nvPr/>
          </p:nvSpPr>
          <p:spPr>
            <a:xfrm>
              <a:off x="4478655" y="0"/>
              <a:ext cx="0" cy="6858000"/>
            </a:xfrm>
            <a:prstGeom prst="line">
              <a:avLst/>
            </a:prstGeom>
            <a:noFill/>
            <a:ln w="9525" cap="flat" cmpd="sng" algn="ctr">
              <a:solidFill>
                <a:srgbClr val="FF0066"/>
              </a:solidFill>
              <a:prstDash val="sysDash"/>
              <a:headEnd type="none"/>
              <a:tailEnd type="none"/>
            </a:ln>
            <a:effectLst/>
          </p:spPr>
        </p:sp>
        <p:sp>
          <p:nvSpPr>
            <p:cNvPr id="16" name="Straight Connector 73"/>
            <p:cNvSpPr>
              <a:extLst>
                <a:ext uri="smNativeData">
                  <pr:smNativeData xmlns:pr="smNativeData" xmlns="smNativeData" val="SMDATA_15_mcIdaRMAAAAlAAAACg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BAAAAAgAAAP8AZgAP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NgYJSM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P8AZgB/f38AAAAAA8zMzADAwP8Af39/AAAAAAAAAAAAAAAAAAAAAAAAAAAAIQAAABgAAAAUAAAAuxwAAAAAAAC7HAAAMCoAAAAAAAAmAAAACAAAAP//////////"/>
                </a:ext>
              </a:extLst>
            </p:cNvSpPr>
            <p:nvPr/>
          </p:nvSpPr>
          <p:spPr>
            <a:xfrm>
              <a:off x="4670425" y="0"/>
              <a:ext cx="0" cy="6858000"/>
            </a:xfrm>
            <a:prstGeom prst="line">
              <a:avLst/>
            </a:prstGeom>
            <a:noFill/>
            <a:ln w="9525" cap="flat" cmpd="sng" algn="ctr">
              <a:solidFill>
                <a:srgbClr val="FF0066"/>
              </a:solidFill>
              <a:prstDash val="sysDash"/>
              <a:headEnd type="none"/>
              <a:tailEnd type="none"/>
            </a:ln>
            <a:effectLst/>
          </p:spPr>
        </p:sp>
        <p:sp>
          <p:nvSpPr>
            <p:cNvPr id="15" name="Straight Connector 70"/>
            <p:cNvSpPr>
              <a:extLst>
                <a:ext uri="smNativeData">
                  <pr:smNativeData xmlns:pr="smNativeData" xmlns="smNativeData" val="SMDATA_15_mcIdaRMAAAAlAAAACg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BAAAAAgAAAP8AZgAP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kACg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P8AZgB/f38AAAAAA8zMzADAwP8Af39/AAAAAAAAAAAAAAAAAAAAAAAAAAAAIQAAABgAAAAUAAAAwCAAAAAAAADAIAAAMCoAAAAAAAAmAAAACAAAAP//////////"/>
                </a:ext>
              </a:extLst>
            </p:cNvSpPr>
            <p:nvPr/>
          </p:nvSpPr>
          <p:spPr>
            <a:xfrm>
              <a:off x="5323840" y="0"/>
              <a:ext cx="0" cy="6858000"/>
            </a:xfrm>
            <a:prstGeom prst="line">
              <a:avLst/>
            </a:prstGeom>
            <a:noFill/>
            <a:ln w="9525" cap="flat" cmpd="sng" algn="ctr">
              <a:solidFill>
                <a:srgbClr val="FF0066"/>
              </a:solidFill>
              <a:prstDash val="sysDash"/>
              <a:headEnd type="none"/>
              <a:tailEnd type="none"/>
            </a:ln>
            <a:effectLst/>
          </p:spPr>
        </p:sp>
        <p:sp>
          <p:nvSpPr>
            <p:cNvPr id="14" name="Straight Connector 71"/>
            <p:cNvSpPr>
              <a:extLst>
                <a:ext uri="smNativeData">
                  <pr:smNativeData xmlns:pr="smNativeData" xmlns="smNativeData" val="SMDATA_15_mcIdaRMAAAAlAAAACg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BAAAAAgAAAP8AZgAP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GIg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P8AZgB/f38AAAAAA8zMzADAwP8Af39/AAAAAAAAAAAAAAAAAAAAAAAAAAAAIQAAABgAAAAUAAAA6iEAAAAAAADqIQAAMCoAAAAAAAAmAAAACAAAAP//////////"/>
                </a:ext>
              </a:extLst>
            </p:cNvSpPr>
            <p:nvPr/>
          </p:nvSpPr>
          <p:spPr>
            <a:xfrm>
              <a:off x="5513070" y="0"/>
              <a:ext cx="0" cy="6858000"/>
            </a:xfrm>
            <a:prstGeom prst="line">
              <a:avLst/>
            </a:prstGeom>
            <a:noFill/>
            <a:ln w="9525" cap="flat" cmpd="sng" algn="ctr">
              <a:solidFill>
                <a:srgbClr val="FF0066"/>
              </a:solidFill>
              <a:prstDash val="sysDash"/>
              <a:headEnd type="none"/>
              <a:tailEnd type="none"/>
            </a:ln>
            <a:effectLst/>
          </p:spPr>
        </p:sp>
        <p:sp>
          <p:nvSpPr>
            <p:cNvPr id="13" name="Straight Connector 68"/>
            <p:cNvSpPr>
              <a:extLst>
                <a:ext uri="smNativeData">
                  <pr:smNativeData xmlns:pr="smNativeData" xmlns="smNativeData" val="SMDATA_15_mcIdaRMAAAAlAAAACg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BAAAAAgAAAP8AZgAP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BUg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P8AZgB/f38AAAAAA8zMzADAwP8Af39/AAAAAAAAAAAAAAAAAAAAAAAAAAAAIQAAABgAAAAUAAAA7yUAAAAAAADvJQAAMCoAAAAAAAAmAAAACAAAAP//////////"/>
                </a:ext>
              </a:extLst>
            </p:cNvSpPr>
            <p:nvPr/>
          </p:nvSpPr>
          <p:spPr>
            <a:xfrm>
              <a:off x="6166485" y="0"/>
              <a:ext cx="0" cy="6858000"/>
            </a:xfrm>
            <a:prstGeom prst="line">
              <a:avLst/>
            </a:prstGeom>
            <a:noFill/>
            <a:ln w="9525" cap="flat" cmpd="sng" algn="ctr">
              <a:solidFill>
                <a:srgbClr val="FF0066"/>
              </a:solidFill>
              <a:prstDash val="sysDash"/>
              <a:headEnd type="none"/>
              <a:tailEnd type="none"/>
            </a:ln>
            <a:effectLst/>
          </p:spPr>
        </p:sp>
        <p:sp>
          <p:nvSpPr>
            <p:cNvPr id="12" name="Straight Connector 69"/>
            <p:cNvSpPr>
              <a:extLst>
                <a:ext uri="smNativeData">
                  <pr:smNativeData xmlns:pr="smNativeData" xmlns="smNativeData" val="SMDATA_15_mcIdaRMAAAAlAAAACg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BAAAAAgAAAP8AZgAP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P8AZgB/f38AAAAAA8zMzADAwP8Af39/AAAAAAAAAAAAAAAAAAAAAAAAAAAAIQAAABgAAAAUAAAAGCcAAAAAAAAYJwAAMCoAAAAAAAAmAAAACAAAAP//////////"/>
                </a:ext>
              </a:extLst>
            </p:cNvSpPr>
            <p:nvPr/>
          </p:nvSpPr>
          <p:spPr>
            <a:xfrm>
              <a:off x="6355080" y="0"/>
              <a:ext cx="0" cy="6858000"/>
            </a:xfrm>
            <a:prstGeom prst="line">
              <a:avLst/>
            </a:prstGeom>
            <a:noFill/>
            <a:ln w="9525" cap="flat" cmpd="sng" algn="ctr">
              <a:solidFill>
                <a:srgbClr val="FF0066"/>
              </a:solidFill>
              <a:prstDash val="sysDash"/>
              <a:headEnd type="none"/>
              <a:tailEnd type="none"/>
            </a:ln>
            <a:effectLst/>
          </p:spPr>
        </p:sp>
        <p:sp>
          <p:nvSpPr>
            <p:cNvPr id="11" name="Straight Connector 66"/>
            <p:cNvSpPr>
              <a:extLst>
                <a:ext uri="smNativeData">
                  <pr:smNativeData xmlns:pr="smNativeData" xmlns="smNativeData" val="SMDATA_15_mcIdaRMAAAAlAAAACg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BAAAAAgAAAP8AZgAP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FwaJSM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P8AZgB/f38AAAAAA8zMzADAwP8Af39/AAAAAAAAAAAAAAAAAAAAAAAAAAAAIQAAABgAAAAUAAAAHisAAAAAAAAeKwAAMCoAAAAAAAAmAAAACAAAAP//////////"/>
                </a:ext>
              </a:extLst>
            </p:cNvSpPr>
            <p:nvPr/>
          </p:nvSpPr>
          <p:spPr>
            <a:xfrm>
              <a:off x="7009130" y="0"/>
              <a:ext cx="0" cy="6858000"/>
            </a:xfrm>
            <a:prstGeom prst="line">
              <a:avLst/>
            </a:prstGeom>
            <a:noFill/>
            <a:ln w="9525" cap="flat" cmpd="sng" algn="ctr">
              <a:solidFill>
                <a:srgbClr val="FF0066"/>
              </a:solidFill>
              <a:prstDash val="sysDash"/>
              <a:headEnd type="none"/>
              <a:tailEnd type="none"/>
            </a:ln>
            <a:effectLst/>
          </p:spPr>
        </p:sp>
        <p:sp>
          <p:nvSpPr>
            <p:cNvPr id="10" name="Straight Connector 67"/>
            <p:cNvSpPr>
              <a:extLst>
                <a:ext uri="smNativeData">
                  <pr:smNativeData xmlns:pr="smNativeData" xmlns="smNativeData" val="SMDATA_15_mcIdaRMAAAAlAAAACg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BAAAAAgAAAP8AZgAP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P8AZgB/f38AAAAAA8zMzADAwP8Af39/AAAAAAAAAAAAAAAAAAAAAAAAAAAAIQAAABgAAAAUAAAARywAAAAAAABHLAAAMCoAAAAAAAAmAAAACAAAAP//////////"/>
                </a:ext>
              </a:extLst>
            </p:cNvSpPr>
            <p:nvPr/>
          </p:nvSpPr>
          <p:spPr>
            <a:xfrm>
              <a:off x="7197725" y="0"/>
              <a:ext cx="0" cy="6858000"/>
            </a:xfrm>
            <a:prstGeom prst="line">
              <a:avLst/>
            </a:prstGeom>
            <a:noFill/>
            <a:ln w="9525" cap="flat" cmpd="sng" algn="ctr">
              <a:solidFill>
                <a:srgbClr val="FF0066"/>
              </a:solidFill>
              <a:prstDash val="sysDash"/>
              <a:headEnd type="none"/>
              <a:tailEnd type="none"/>
            </a:ln>
            <a:effectLst/>
          </p:spPr>
        </p:sp>
        <p:sp>
          <p:nvSpPr>
            <p:cNvPr id="9" name="Straight Connector 64"/>
            <p:cNvSpPr>
              <a:extLst>
                <a:ext uri="smNativeData">
                  <pr:smNativeData xmlns:pr="smNativeData" xmlns="smNativeData" val="SMDATA_15_mcIdaRMAAAAlAAAACg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BAAAAAgAAAP8AZgAP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P8AZgB/f38AAAAAA8zMzADAwP8Af39/AAAAAAAAAAAAAAAAAAAAAAAAAAAAIQAAABgAAAAUAAAATDAAAAAAAABMMAAAMCoAAAAAAAAmAAAACAAAAP//////////"/>
                </a:ext>
              </a:extLst>
            </p:cNvSpPr>
            <p:nvPr/>
          </p:nvSpPr>
          <p:spPr>
            <a:xfrm>
              <a:off x="7851140" y="0"/>
              <a:ext cx="0" cy="6858000"/>
            </a:xfrm>
            <a:prstGeom prst="line">
              <a:avLst/>
            </a:prstGeom>
            <a:noFill/>
            <a:ln w="9525" cap="flat" cmpd="sng" algn="ctr">
              <a:solidFill>
                <a:srgbClr val="FF0066"/>
              </a:solidFill>
              <a:prstDash val="sysDash"/>
              <a:headEnd type="none"/>
              <a:tailEnd type="none"/>
            </a:ln>
            <a:effectLst/>
          </p:spPr>
        </p:sp>
        <p:sp>
          <p:nvSpPr>
            <p:cNvPr id="8" name="Straight Connector 65"/>
            <p:cNvSpPr>
              <a:extLst>
                <a:ext uri="smNativeData">
                  <pr:smNativeData xmlns:pr="smNativeData" xmlns="smNativeData" val="SMDATA_15_mcIdaRMAAAAlAAAACg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BAAAAAgAAAP8AZgAP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P8AZgB/f38AAAAAA8zMzADAwP8Af39/AAAAAAAAAAAAAAAAAAAAAAAAAAAAIQAAABgAAAAUAAAAdTEAAAAAAAB1MQAAMCoAAAAAAAAmAAAACAAAAP//////////"/>
                </a:ext>
              </a:extLst>
            </p:cNvSpPr>
            <p:nvPr/>
          </p:nvSpPr>
          <p:spPr>
            <a:xfrm>
              <a:off x="8039735" y="0"/>
              <a:ext cx="0" cy="6858000"/>
            </a:xfrm>
            <a:prstGeom prst="line">
              <a:avLst/>
            </a:prstGeom>
            <a:noFill/>
            <a:ln w="9525" cap="flat" cmpd="sng" algn="ctr">
              <a:solidFill>
                <a:srgbClr val="FF0066"/>
              </a:solidFill>
              <a:prstDash val="sysDash"/>
              <a:headEnd type="none"/>
              <a:tailEnd type="none"/>
            </a:ln>
            <a:effectLst/>
          </p:spPr>
        </p:sp>
        <p:sp>
          <p:nvSpPr>
            <p:cNvPr id="7" name="Straight Connector 59"/>
            <p:cNvSpPr>
              <a:extLst>
                <a:ext uri="smNativeData">
                  <pr:smNativeData xmlns:pr="smNativeData" xmlns="smNativeData" val="SMDATA_15_mcIdaRMAAAAlAAAACg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BAAAAAgAAAP8AZgAP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P8AZgB/f38AAAAAA8zMzADAwP8Af39/AAAAAAAAAAAAAAAAAAAAAAAAAAAAIQAAABgAAAAUAAAAAAAAANACAABAOAAA0AIAAAAAAAAmAAAACAAAAP//////////"/>
                </a:ext>
              </a:extLst>
            </p:cNvSpPr>
            <p:nvPr/>
          </p:nvSpPr>
          <p:spPr>
            <a:xfrm>
              <a:off x="0" y="457200"/>
              <a:ext cx="9144000" cy="0"/>
            </a:xfrm>
            <a:prstGeom prst="line">
              <a:avLst/>
            </a:prstGeom>
            <a:noFill/>
            <a:ln w="9525" cap="flat" cmpd="sng" algn="ctr">
              <a:solidFill>
                <a:srgbClr val="FF0066"/>
              </a:solidFill>
              <a:prstDash val="sysDash"/>
              <a:headEnd type="none"/>
              <a:tailEnd type="none"/>
            </a:ln>
            <a:effectLst/>
          </p:spPr>
        </p:sp>
        <p:sp>
          <p:nvSpPr>
            <p:cNvPr id="6" name="Straight Connector 60"/>
            <p:cNvSpPr>
              <a:extLst>
                <a:ext uri="smNativeData">
                  <pr:smNativeData xmlns:pr="smNativeData" xmlns="smNativeData" val="SMDATA_15_mcIdaRMAAAAlAAAACg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BAAAAAgAAAP8AZgAP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P8AZgB/f38AAAAAA8zMzADAwP8Af39/AAAAAAAAAAAAAAAAAAAAAAAAAAAAIQAAABgAAAAUAAAAAAAAADgEAABAOAAAOAQAAAAAAAAmAAAACAAAAP//////////"/>
                </a:ext>
              </a:extLst>
            </p:cNvSpPr>
            <p:nvPr/>
          </p:nvSpPr>
          <p:spPr>
            <a:xfrm>
              <a:off x="0" y="685800"/>
              <a:ext cx="9144000" cy="0"/>
            </a:xfrm>
            <a:prstGeom prst="line">
              <a:avLst/>
            </a:prstGeom>
            <a:noFill/>
            <a:ln w="9525" cap="flat" cmpd="sng" algn="ctr">
              <a:solidFill>
                <a:srgbClr val="FF0066"/>
              </a:solidFill>
              <a:prstDash val="sysDash"/>
              <a:headEnd type="none"/>
              <a:tailEnd type="none"/>
            </a:ln>
            <a:effectLst/>
          </p:spPr>
        </p:sp>
        <p:sp>
          <p:nvSpPr>
            <p:cNvPr id="5" name="Straight Connector 62"/>
            <p:cNvSpPr>
              <a:extLst>
                <a:ext uri="smNativeData">
                  <pr:smNativeData xmlns:pr="smNativeData" xmlns="smNativeData" val="SMDATA_15_mcIdaRMAAAAlAAAACg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BAAAAAgAAAP8AZgAP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P8AZgB/f38AAAAAA8zMzADAwP8Af39/AAAAAAAAAAAAAAAAAAAAAAAAAAAAIQAAABgAAAAUAAAAAAAAAAImAABAOAAAAiYAAAAAAAAmAAAACAAAAP//////////"/>
                </a:ext>
              </a:extLst>
            </p:cNvSpPr>
            <p:nvPr/>
          </p:nvSpPr>
          <p:spPr>
            <a:xfrm>
              <a:off x="0" y="6178550"/>
              <a:ext cx="9144000" cy="0"/>
            </a:xfrm>
            <a:prstGeom prst="line">
              <a:avLst/>
            </a:prstGeom>
            <a:noFill/>
            <a:ln w="9525" cap="flat" cmpd="sng" algn="ctr">
              <a:solidFill>
                <a:srgbClr val="FF0066"/>
              </a:solidFill>
              <a:prstDash val="sysDash"/>
              <a:headEnd type="none"/>
              <a:tailEnd type="none"/>
            </a:ln>
            <a:effectLst/>
          </p:spPr>
        </p:sp>
        <p:sp>
          <p:nvSpPr>
            <p:cNvPr id="4" name="Straight Connector 63"/>
            <p:cNvSpPr>
              <a:extLst>
                <a:ext uri="smNativeData">
                  <pr:smNativeData xmlns:pr="smNativeData" xmlns="smNativeData" val="SMDATA_15_mcIdaRMAAAAlAAAACg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BAAAAAgAAAP8AZgAP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BOrwE0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P8AZgB/f38AAAAAA8zMzADAwP8Af39/AAAAAAAAAAAAAAAAAAAAAAAAAAAAIQAAABgAAAAUAAAAAAAAAGonAABAOAAAaicAAAAAAAAmAAAACAAAAP//////////"/>
                </a:ext>
              </a:extLst>
            </p:cNvSpPr>
            <p:nvPr/>
          </p:nvSpPr>
          <p:spPr>
            <a:xfrm>
              <a:off x="0" y="6407150"/>
              <a:ext cx="9144000" cy="0"/>
            </a:xfrm>
            <a:prstGeom prst="line">
              <a:avLst/>
            </a:prstGeom>
            <a:noFill/>
            <a:ln w="9525" cap="flat" cmpd="sng" algn="ctr">
              <a:solidFill>
                <a:srgbClr val="FF0066"/>
              </a:solidFill>
              <a:prstDash val="sysDash"/>
              <a:headEnd type="none"/>
              <a:tailEnd type="none"/>
            </a:ln>
            <a:effectLst/>
          </p:spPr>
        </p:sp>
        <p:sp>
          <p:nvSpPr>
            <p:cNvPr id="3" name="Straight Connector 82"/>
            <p:cNvSpPr>
              <a:extLst>
                <a:ext uri="smNativeData">
                  <pr:smNativeData xmlns:pr="smNativeData" xmlns="smNativeData" val="SMDATA_15_mcIdaRMAAAAlAAAACg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BAAAAAgAAAP8AZgAP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MHWMkY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P8AZgB/f38AAAAAA8zMzADAwP8Af39/AAAAAAAAAAAAAAAAAAAAAAAAAAAAIQAAABgAAAAUAAAAAAAAABgVAABAOAAAGBUAAAAAAAAmAAAACAAAAP//////////"/>
                </a:ext>
              </a:extLst>
            </p:cNvSpPr>
            <p:nvPr/>
          </p:nvSpPr>
          <p:spPr>
            <a:xfrm flipH="1">
              <a:off x="0" y="3429000"/>
              <a:ext cx="9144000" cy="0"/>
            </a:xfrm>
            <a:prstGeom prst="line">
              <a:avLst/>
            </a:prstGeom>
            <a:noFill/>
            <a:ln w="9525" cap="flat" cmpd="sng" algn="ctr">
              <a:solidFill>
                <a:srgbClr val="FF0066"/>
              </a:solidFill>
              <a:prstDash val="sysDash"/>
              <a:headEnd type="none"/>
              <a:tailEnd type="none"/>
            </a:ln>
            <a:effectLst/>
          </p:spPr>
        </p:sp>
      </p:grpSp>
    </p:spTree>
  </p:cSld>
  <p:clrMapOvr>
    <a:masterClrMapping/>
  </p:clrMapOvr>
</p:sldLayout>
</file>

<file path=ppt/slideLayouts/slideLayout12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obj" preserve="1">
  <p:cSld name="1_Title and Content">
    <p:bg>
      <p:bgPr>
        <a:blipFill>
          <a:blip r:embed="rId2"/>
          <a:srcRect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1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0AIAABADAABwNQAAqAcAABAAAAAmAAAACAAAAAGAAAAAAAAA"/>
              </a:ext>
            </a:extLst>
          </p:cNvSpPr>
          <p:nvPr>
            <p:ph type="title"/>
          </p:nvPr>
        </p:nvSpPr>
        <p:spPr>
          <a:xfrm>
            <a:off x="457200" y="497840"/>
            <a:ext cx="8229600" cy="746760"/>
          </a:xfrm>
        </p:spPr>
        <p:txBody>
          <a:bodyPr/>
          <a:lstStyle>
            <a:lvl1pPr>
              <a:defRPr lang="en-us" sz="3200" kern="1" cap="all" baseline="0">
                <a:solidFill>
                  <a:schemeClr val="tx2"/>
                </a:solidFill>
                <a:effectLst/>
                <a:latin typeface="Arial" pitchFamily="2" charset="0"/>
                <a:ea typeface="Arial" pitchFamily="2" charset="0"/>
                <a:cs typeface="Arial" pitchFamily="2" charset="0"/>
              </a:defRPr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Click to edit Master title style</a:t>
            </a:r>
          </a:p>
        </p:txBody>
      </p:sp>
      <p:sp>
        <p:nvSpPr>
          <p:cNvPr id="3" name="Content Placeholder 26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0AIAAK0IAABwNQAAAiYAABAAAAAmAAAACAAAAAGgAAAAAAAA"/>
              </a:ext>
            </a:extLst>
          </p:cNvSpPr>
          <p:nvPr>
            <p:ph idx="1"/>
          </p:nvPr>
        </p:nvSpPr>
        <p:spPr>
          <a:xfrm>
            <a:off x="457200" y="1410335"/>
            <a:ext cx="8229600" cy="4768215"/>
          </a:xfrm>
        </p:spPr>
        <p:txBody>
          <a:bodyPr vert="horz" wrap="square" lIns="0" tIns="0" rIns="0" bIns="0" numCol="1" spcCol="215900" anchor="t">
            <a:prstTxWarp prst="textNoShape">
              <a:avLst/>
            </a:prstTxWarp>
          </a:bodyPr>
          <a:lstStyle>
            <a:lvl1pPr marL="342900" indent="-342900">
              <a:buClrTx/>
              <a:buSzTx/>
              <a:buFont typeface="Wingdings" pitchFamily="0" charset="0"/>
              <a:buChar char="§"/>
              <a:defRPr lang="en-us" sz="2400" cap="none"/>
            </a:lvl1pPr>
            <a:lvl2pPr marL="742950" indent="-285750">
              <a:buClrTx/>
              <a:buSzTx/>
              <a:buFont typeface="Arial" pitchFamily="2" charset="0"/>
              <a:buChar char="•"/>
              <a:defRPr lang="en-us" sz="2000" cap="none"/>
            </a:lvl2pPr>
            <a:lvl3pPr marL="1143000" indent="-228600">
              <a:buClrTx/>
              <a:buSzTx/>
              <a:buFont typeface="Courier New" pitchFamily="3" charset="0"/>
              <a:buChar char="o"/>
              <a:defRPr lang="en-us" sz="1800" cap="none"/>
            </a:lvl3pPr>
            <a:lvl4pPr>
              <a:buClrTx/>
              <a:buSzTx/>
              <a:defRPr lang="en-us" sz="1600" cap="none"/>
            </a:lvl4pPr>
            <a:lvl5pPr marL="2057400" indent="-228600">
              <a:buClrTx/>
              <a:buSzTx/>
              <a:buFont typeface="Wingdings" pitchFamily="0" charset="0"/>
              <a:buChar char="v"/>
              <a:defRPr lang="en-us" sz="1400" cap="none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Click to edit Master text styles</a:t>
            </a:r>
          </a:p>
          <a:p>
            <a:pPr lvl="1">
              <a:defRPr lang="en-us"/>
            </a:pPr>
            <a:r>
              <a:t>Second level</a:t>
            </a:r>
          </a:p>
          <a:p>
            <a:pPr lvl="2">
              <a:defRPr lang="en-us"/>
            </a:pPr>
            <a:r>
              <a:t>Third level</a:t>
            </a:r>
          </a:p>
          <a:p>
            <a:pPr lvl="3">
              <a:defRPr lang="en-us"/>
            </a:pPr>
            <a:r>
              <a:t>Fourth level</a:t>
            </a:r>
          </a:p>
          <a:p>
            <a:pPr lvl="4">
              <a:defRPr lang="en-us"/>
            </a:pPr>
            <a:r>
              <a:t>Fifth level</a:t>
            </a:r>
          </a:p>
        </p:txBody>
      </p:sp>
      <p:sp>
        <p:nvSpPr>
          <p:cNvPr id="4" name="Slide Number Placeholder 15"/>
          <p:cNvSpPr txBox="1">
            <a:spLocks noGrp="1" noChangeArrowheads="1"/>
            <a:extLst>
              <a:ext uri="smNativeData">
                <pr:smNativeData xmlns:pr="smNativeData" xmlns="smNativeData" val="SMDATA_15_mcIdaRMAAAAlAAAAEg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AAAAAB/f38AAAAAA8zMzADAwP8Af39/AAAAAAAAAAAAAAAAAAAAAAAAAAAAIQAAABgAAAAUAAAAAAAAAAAAAAAAAAAAAAAAABAAAAAmAAAACAAAAACBAAAAAAAA"/>
              </a:ext>
            </a:extLst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 lang="en-us"/>
            </a:pPr>
            <a:endParaRPr lang="en-us" b="1" cap="none"/>
          </a:p>
        </p:txBody>
      </p:sp>
      <p:sp>
        <p:nvSpPr>
          <p:cNvPr id="5" name="Footer Placeholder 18"/>
          <p:cNvSpPr txBox="1">
            <a:spLocks noGrp="1" noChangeArrowheads="1"/>
            <a:extLst>
              <a:ext uri="smNativeData">
                <pr:smNativeData xmlns:pr="smNativeData" xmlns="smNativeData" val="SMDATA_15_mcIdaRMAAAAlAAAAEg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O5+x2Y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AAAAAB/f38AAAAAA8zMzADAwP8Af39/AAAAAAAAAAAAAAAAAAAAAAAAAAAAIQAAABgAAAAUAAAAAAAAAMgoAAAoFAAAMCoAABAAAAAmAAAACAAAAAGBAAAAAAAA"/>
              </a:ext>
            </a:extLst>
          </p:cNvSpPr>
          <p:nvPr>
            <p:ph type="ftr" sz="quarter" idx="11"/>
          </p:nvPr>
        </p:nvSpPr>
        <p:spPr>
          <a:xfrm>
            <a:off x="0" y="6629400"/>
            <a:ext cx="3276600" cy="228600"/>
          </a:xfrm>
          <a:prstGeom prst="rect">
            <a:avLst/>
          </a:prstGeom>
        </p:spPr>
        <p:txBody>
          <a:bodyPr/>
          <a:lstStyle>
            <a:lvl1pPr>
              <a:defRPr lang="en-us" sz="900" i="1" cap="none" baseline="0">
                <a:latin typeface="Franklin Gothic Book" pitchFamily="0" charset="0"/>
                <a:ea typeface="Microsoft New Tai Lue" pitchFamily="0" charset="0"/>
                <a:cs typeface="Microsoft New Tai Lue" pitchFamily="0" charset="0"/>
              </a:defRPr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</a:p>
        </p:txBody>
      </p:sp>
    </p:spTree>
  </p:cSld>
  <p:clrMapOvr>
    <a:masterClrMapping/>
  </p:clrMapOvr>
</p:sldLayout>
</file>

<file path=ppt/slideLayouts/slideLayout13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blank">
  <p:cSld name="pipeline dado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1"/>
          <p:cNvGrpSpPr>
            <a:extLst>
              <a:ext uri="smNativeData">
                <pr:smNativeData xmlns:pr="smNativeData" xmlns="smNativeData" val="SMDATA_6_mcIdaRMAAAAlAAAAAQAAAA8BAAAAkAAAAEgAAACQAAAASAAAAAAAAAAAAAAAAAAAABcAAAAUAAAAAAAAAAAAAAD/fwAA/38AAAAAAAAJAAAABAAAAA0BDgEfAAAAVAAAAAAAAAAAAAAAAAAAAAAAAAAAAAAAAAAAAAAAAAAAAAAAAAAAAAAAAAAAAAAAAAAAAAAAAAAAAAAAAAAAAAAAAAAAAAAAAAAAAAAAAAAAAAAAAAAAACEAAAAYAAAAFAAAAKIBAABTBgAArTYAAKgnAAAQAAAAJgAAAAgAAAD/////AAAAAA=="/>
              </a:ext>
            </a:extLst>
          </p:cNvGrpSpPr>
          <p:nvPr/>
        </p:nvGrpSpPr>
        <p:grpSpPr>
          <a:xfrm>
            <a:off x="265430" y="1028065"/>
            <a:ext cx="8622665" cy="5418455"/>
            <a:chOff x="265430" y="1028065"/>
            <a:chExt cx="8622665" cy="5418455"/>
          </a:xfrm>
        </p:grpSpPr>
        <p:pic>
          <p:nvPicPr>
            <p:cNvPr id="4" name="Background"/>
            <p:cNvPicPr>
              <a:picLocks noChangeAspect="1"/>
              <a:extLst>
                <a:ext uri="smNativeData">
                  <pr:smNativeData xmlns:pr="smNativeData" xmlns="smNativeData" val="SMDATA_17_mcIdaRMAAAAlAAAAEQAAAC0AAAAAkAAAAEgAAACQAAAAS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AcAAAA4AAAAAAAAAAAAAAAAAAAA////AAAAAAAAAAAAAAAAAAAAAAAAAAAAAAAAAAAAAABkAAAAZAAAAAAAAAAjAAAABAAAAGQAAAAXAAAAFAAAAAAAAAAAAAAA/38AAP9/AAAAAAAACQAAAAQAAAAAAAA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ONKBgX///8BAAAAAAAAAAAAAAAAAAAAAAAAAAAAAAAAAAAAAAAAAAAAAAACf39/AJmWgwPMzMwAwMD/AH9/fwAAAAAAAAAAAAAAAAD///8AAAAAACEAAAAYAAAAFAAAAKIBAADpIgAAgjYAAF8mAAAAAAAAJgAAAAgAAAD//////////w=="/>
                </a:ext>
              </a:extLst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65430" y="5674995"/>
              <a:ext cx="8595360" cy="562610"/>
            </a:xfrm>
            <a:prstGeom prst="rect">
              <a:avLst/>
            </a:prstGeom>
            <a:noFill/>
            <a:ln>
              <a:noFill/>
            </a:ln>
            <a:effectLst/>
          </p:spPr>
        </p:pic>
        <p:pic>
          <p:nvPicPr>
            <p:cNvPr id="3" name="Divider"/>
            <p:cNvPicPr>
              <a:extLst>
                <a:ext uri="smNativeData">
                  <pr:smNativeData xmlns:pr="smNativeData" xmlns="smNativeData" val="SMDATA_17_mcIdaRMAAAAlAAAAEQAAAA0AAAAAkAAAAEgAAACQAAAAS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AcAAAA4AAAAAAAAAAAAAAAAAAAA////AAAAAAAAAAAAAAAAAAAAAAAAAAAAAAAAAAAAAABkAAAAZAAAAAAAAAAjAAAABAAAAGQAAAAXAAAAFAAAAAAAAAAAAAAA/38AAP9/AAAAAAAACQAAAAQAAAAAAAA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ONKBgX///8BAAAAAAAAAAAAAAAAAAAAAAAAAAAAAAAAAAAAAAAAAAAAAAACf39/AJmWgwPMzMwAwMD/AH9/fwAAAAAAAAAAAAAAAAD///8AAAAAACEAAAAYAAAAFAAAALABAABTBgAArTYAAK8GAAAAAAAAJgAAAAgAAAD//////////w=="/>
                </a:ext>
              </a:extLst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74320" y="1028065"/>
              <a:ext cx="8613775" cy="58420"/>
            </a:xfrm>
            <a:prstGeom prst="rect">
              <a:avLst/>
            </a:prstGeom>
            <a:noFill/>
            <a:ln>
              <a:noFill/>
            </a:ln>
            <a:effectLst/>
          </p:spPr>
        </p:pic>
      </p:grpSp>
      <p:sp>
        <p:nvSpPr>
          <p:cNvPr id="5" name="Title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gEAAMMCAACJNgAAQwcAABAAAAAmAAAACAAAAAGAAAAAAAAA"/>
              </a:ext>
            </a:extLst>
          </p:cNvSpPr>
          <p:nvPr>
            <p:ph type="title"/>
          </p:nvPr>
        </p:nvSpPr>
        <p:spPr>
          <a:xfrm>
            <a:off x="265430" y="448945"/>
            <a:ext cx="8599805" cy="731520"/>
          </a:xfrm>
        </p:spPr>
        <p:txBody>
          <a:bodyPr/>
          <a:lstStyle>
            <a:lvl1pPr>
              <a:defRPr lang="en-us" cap="none">
                <a:solidFill>
                  <a:srgbClr val="232F3E"/>
                </a:solidFill>
                <a:latin typeface="Amazon Ember Display Heavy" pitchFamily="0" charset="0"/>
                <a:ea typeface="Arial" pitchFamily="2" charset="0"/>
                <a:cs typeface="Arial" pitchFamily="2" charset="0"/>
              </a:defRPr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Title, 3 large pictures, and 3 headers</a:t>
            </a:r>
          </a:p>
        </p:txBody>
      </p:sp>
      <p:sp>
        <p:nvSpPr>
          <p:cNvPr id="6" name="Picture Left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qQMAABAOAABkEQAABCIAABAAAAAmAAAACAAAAAGgAAAAAAAA"/>
              </a:ext>
            </a:extLst>
          </p:cNvSpPr>
          <p:nvPr>
            <p:ph idx="22"/>
          </p:nvPr>
        </p:nvSpPr>
        <p:spPr>
          <a:xfrm>
            <a:off x="594995" y="2286000"/>
            <a:ext cx="2232025" cy="3243580"/>
          </a:xfrm>
        </p:spPr>
        <p:txBody>
          <a:bodyPr vert="horz" wrap="square" lIns="0" tIns="0" rIns="0" bIns="0" numCol="1" spcCol="215900" anchor="t">
            <a:prstTxWarp prst="textNoShape">
              <a:avLst/>
            </a:prstTxWarp>
          </a:bodyPr>
          <a:lstStyle>
            <a:lvl1pPr marL="0" indent="0" algn="ctr">
              <a:buNone/>
              <a:defRPr lang="en-us" sz="1500" cap="none">
                <a:solidFill>
                  <a:schemeClr val="tx2"/>
                </a:solidFill>
                <a:latin typeface="Microsoft New Tai Lue" pitchFamily="0" charset="0"/>
                <a:ea typeface="Corbel" pitchFamily="0" charset="0"/>
                <a:cs typeface="Corbel" pitchFamily="0" charset="0"/>
              </a:defRPr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Click icon to add image</a:t>
            </a:r>
          </a:p>
        </p:txBody>
      </p:sp>
      <p:sp>
        <p:nvSpPr>
          <p:cNvPr id="7" name="Header Left"/>
          <p:cNvSpPr>
            <a:spLocks noGrp="1" noChangeArrowheads="1"/>
            <a:extLst>
              <a:ext uri="smNativeData">
                <pr:smNativeData xmlns:pr="smNativeData" xmlns="smNativeData" val="SMDATA_15_mcIdaRMAAAAlAAAAZAAAAA0AAAAAkAAAAAAAAAAAAAAAAAAAAAAAAAAB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mgEAAD4jAADmEgAA8yUAABAAAAAmAAAACAAAAIWgAAD/HwAA"/>
              </a:ext>
            </a:extLst>
          </p:cNvSpPr>
          <p:nvPr>
            <p:ph idx="12"/>
          </p:nvPr>
        </p:nvSpPr>
        <p:spPr>
          <a:xfrm>
            <a:off x="260350" y="5728970"/>
            <a:ext cx="2811780" cy="440055"/>
          </a:xfrm>
          <a:noFill/>
          <a:ln>
            <a:noFill/>
          </a:ln>
        </p:spPr>
        <p:txBody>
          <a:bodyPr vert="horz" wrap="square" lIns="91440" tIns="0" rIns="0" bIns="0" numCol="1" spcCol="215900" anchor="ctr">
            <a:prstTxWarp prst="textNoShape">
              <a:avLst/>
            </a:prstTxWarp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1500" b="0" cap="none">
                <a:solidFill>
                  <a:schemeClr val="bg1"/>
                </a:solidFill>
                <a:latin typeface="Amazon Ember Display" pitchFamily="0" charset="0"/>
                <a:ea typeface="Corbel" pitchFamily="0" charset="0"/>
                <a:cs typeface="Corbel" pitchFamily="0" charset="0"/>
              </a:defRPr>
            </a:lvl1pPr>
            <a:lvl2pPr marL="342900" indent="0">
              <a:buNone/>
              <a:defRPr lang="en-us" sz="1500" b="1" cap="none"/>
            </a:lvl2pPr>
            <a:lvl3pPr marL="685800" indent="0">
              <a:buNone/>
              <a:defRPr lang="en-us" sz="1350" b="1" cap="none"/>
            </a:lvl3pPr>
            <a:lvl4pPr marL="1028700" indent="0">
              <a:buNone/>
              <a:defRPr lang="en-us" sz="1200" b="1" cap="none"/>
            </a:lvl4pPr>
            <a:lvl5pPr marL="1371600" indent="0">
              <a:buNone/>
              <a:defRPr lang="en-us" sz="1200" b="1" cap="none"/>
            </a:lvl5pPr>
            <a:lvl6pPr marL="1714500" indent="0">
              <a:buNone/>
              <a:defRPr lang="en-us" sz="1200" b="1" cap="none"/>
            </a:lvl6pPr>
            <a:lvl7pPr marL="2057400" indent="0">
              <a:buNone/>
              <a:defRPr lang="en-us" sz="1200" b="1" cap="none"/>
            </a:lvl7pPr>
            <a:lvl8pPr marL="2400300" indent="0">
              <a:buNone/>
              <a:defRPr lang="en-us" sz="1200" b="1" cap="none"/>
            </a:lvl8pPr>
            <a:lvl9pPr marL="2743200" indent="0">
              <a:buNone/>
              <a:defRPr lang="en-us" sz="1200" b="1" cap="none"/>
            </a:lvl9pPr>
          </a:lstStyle>
          <a:p>
            <a:pPr>
              <a:defRPr lang="en-us"/>
            </a:pPr>
            <a:r>
              <a:t>Enter header text</a:t>
            </a:r>
          </a:p>
        </p:txBody>
      </p:sp>
      <p:sp>
        <p:nvSpPr>
          <p:cNvPr id="8" name="Picture Center Left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dxUAABAOAAAyIwAABCIAABAAAAAmAAAACAAAAAGgAAAAAAAA"/>
              </a:ext>
            </a:extLst>
          </p:cNvSpPr>
          <p:nvPr>
            <p:ph idx="10"/>
          </p:nvPr>
        </p:nvSpPr>
        <p:spPr>
          <a:xfrm>
            <a:off x="3489325" y="2286000"/>
            <a:ext cx="2232025" cy="3243580"/>
          </a:xfrm>
        </p:spPr>
        <p:txBody>
          <a:bodyPr vert="horz" wrap="square" lIns="0" tIns="0" rIns="0" bIns="0" numCol="1" spcCol="215900" anchor="t">
            <a:prstTxWarp prst="textNoShape">
              <a:avLst/>
            </a:prstTxWarp>
          </a:bodyPr>
          <a:lstStyle>
            <a:lvl1pPr marL="0" indent="0" algn="ctr">
              <a:buNone/>
              <a:defRPr lang="en-us" sz="1500" cap="none">
                <a:solidFill>
                  <a:schemeClr val="tx2"/>
                </a:solidFill>
                <a:latin typeface="Microsoft New Tai Lue" pitchFamily="0" charset="0"/>
                <a:ea typeface="Corbel" pitchFamily="0" charset="0"/>
                <a:cs typeface="Corbel" pitchFamily="0" charset="0"/>
              </a:defRPr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Click icon to add image</a:t>
            </a:r>
          </a:p>
        </p:txBody>
      </p:sp>
      <p:sp>
        <p:nvSpPr>
          <p:cNvPr id="9" name="Header Center Left"/>
          <p:cNvSpPr>
            <a:spLocks noGrp="1" noChangeArrowheads="1"/>
            <a:extLst>
              <a:ext uri="smNativeData">
                <pr:smNativeData xmlns:pr="smNativeData" xmlns="smNativeData" val="SMDATA_15_mcIdaRMAAAAlAAAAZAAAAA0AAAAAkAAAAAAAAAAAAAAAAAAAAAAAAAAB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aBMAAD4jAAC0JAAA8yUAABAAAAAmAAAACAAAAIWgAAD/HwAA"/>
              </a:ext>
            </a:extLst>
          </p:cNvSpPr>
          <p:nvPr>
            <p:ph idx="13"/>
          </p:nvPr>
        </p:nvSpPr>
        <p:spPr>
          <a:xfrm>
            <a:off x="3154680" y="5728970"/>
            <a:ext cx="2811780" cy="440055"/>
          </a:xfrm>
          <a:noFill/>
          <a:ln>
            <a:noFill/>
          </a:ln>
        </p:spPr>
        <p:txBody>
          <a:bodyPr vert="horz" wrap="square" lIns="91440" tIns="0" rIns="0" bIns="0" numCol="1" spcCol="215900" anchor="ctr">
            <a:prstTxWarp prst="textNoShape">
              <a:avLst/>
            </a:prstTxWarp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1500" b="0" cap="none">
                <a:solidFill>
                  <a:schemeClr val="bg1"/>
                </a:solidFill>
                <a:latin typeface="Microsoft New Tai Lue" pitchFamily="0" charset="0"/>
                <a:ea typeface="Corbel" pitchFamily="0" charset="0"/>
                <a:cs typeface="Corbel" pitchFamily="0" charset="0"/>
              </a:defRPr>
            </a:lvl1pPr>
            <a:lvl2pPr marL="342900" indent="0">
              <a:buNone/>
              <a:defRPr lang="en-us" sz="1500" b="1" cap="none"/>
            </a:lvl2pPr>
            <a:lvl3pPr marL="685800" indent="0">
              <a:buNone/>
              <a:defRPr lang="en-us" sz="1350" b="1" cap="none"/>
            </a:lvl3pPr>
            <a:lvl4pPr marL="1028700" indent="0">
              <a:buNone/>
              <a:defRPr lang="en-us" sz="1200" b="1" cap="none"/>
            </a:lvl4pPr>
            <a:lvl5pPr marL="1371600" indent="0">
              <a:buNone/>
              <a:defRPr lang="en-us" sz="1200" b="1" cap="none"/>
            </a:lvl5pPr>
            <a:lvl6pPr marL="1714500" indent="0">
              <a:buNone/>
              <a:defRPr lang="en-us" sz="1200" b="1" cap="none"/>
            </a:lvl6pPr>
            <a:lvl7pPr marL="2057400" indent="0">
              <a:buNone/>
              <a:defRPr lang="en-us" sz="1200" b="1" cap="none"/>
            </a:lvl7pPr>
            <a:lvl8pPr marL="2400300" indent="0">
              <a:buNone/>
              <a:defRPr lang="en-us" sz="1200" b="1" cap="none"/>
            </a:lvl8pPr>
            <a:lvl9pPr marL="2743200" indent="0">
              <a:buNone/>
              <a:defRPr lang="en-us" sz="1200" b="1" cap="none"/>
            </a:lvl9pPr>
          </a:lstStyle>
          <a:p>
            <a:pPr>
              <a:defRPr lang="en-us"/>
            </a:pPr>
            <a:r>
              <a:t>Enter header text</a:t>
            </a:r>
          </a:p>
        </p:txBody>
      </p:sp>
      <p:sp>
        <p:nvSpPr>
          <p:cNvPr id="10" name="Picture Center Right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RScAABAOAAAANQAABCIAABAAAAAmAAAACAAAAAGgAAAAAAAA"/>
              </a:ext>
            </a:extLst>
          </p:cNvSpPr>
          <p:nvPr>
            <p:ph idx="24"/>
          </p:nvPr>
        </p:nvSpPr>
        <p:spPr>
          <a:xfrm>
            <a:off x="6383655" y="2286000"/>
            <a:ext cx="2232025" cy="3243580"/>
          </a:xfrm>
        </p:spPr>
        <p:txBody>
          <a:bodyPr vert="horz" wrap="square" lIns="0" tIns="0" rIns="0" bIns="0" numCol="1" spcCol="215900" anchor="t">
            <a:prstTxWarp prst="textNoShape">
              <a:avLst/>
            </a:prstTxWarp>
          </a:bodyPr>
          <a:lstStyle>
            <a:lvl1pPr marL="0" indent="0" algn="ctr">
              <a:buNone/>
              <a:defRPr lang="en-us" sz="1500" cap="none">
                <a:solidFill>
                  <a:schemeClr val="tx2"/>
                </a:solidFill>
                <a:latin typeface="Microsoft New Tai Lue" pitchFamily="0" charset="0"/>
                <a:ea typeface="Corbel" pitchFamily="0" charset="0"/>
                <a:cs typeface="Corbel" pitchFamily="0" charset="0"/>
              </a:defRPr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Click icon to add image</a:t>
            </a:r>
          </a:p>
        </p:txBody>
      </p:sp>
      <p:sp>
        <p:nvSpPr>
          <p:cNvPr id="11" name="Header Center Right"/>
          <p:cNvSpPr>
            <a:spLocks noGrp="1" noChangeArrowheads="1"/>
            <a:extLst>
              <a:ext uri="smNativeData">
                <pr:smNativeData xmlns:pr="smNativeData" xmlns="smNativeData" val="SMDATA_15_mcIdaRMAAAAlAAAAZAAAAA0AAAAAkAAAAAAAAAAAAAAAAAAAAAAAAAAB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NiUAAD4jAACCNgAA8yUAABAAAAAmAAAACAAAAIWgAAD/HwAA"/>
              </a:ext>
            </a:extLst>
          </p:cNvSpPr>
          <p:nvPr>
            <p:ph idx="14"/>
          </p:nvPr>
        </p:nvSpPr>
        <p:spPr>
          <a:xfrm>
            <a:off x="6049010" y="5728970"/>
            <a:ext cx="2811780" cy="440055"/>
          </a:xfrm>
          <a:noFill/>
          <a:ln>
            <a:noFill/>
          </a:ln>
        </p:spPr>
        <p:txBody>
          <a:bodyPr vert="horz" wrap="square" lIns="91440" tIns="0" rIns="0" bIns="0" numCol="1" spcCol="215900" anchor="ctr">
            <a:prstTxWarp prst="textNoShape">
              <a:avLst/>
            </a:prstTxWarp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1500" b="0" cap="none">
                <a:solidFill>
                  <a:schemeClr val="bg1"/>
                </a:solidFill>
                <a:latin typeface="Microsoft New Tai Lue" pitchFamily="0" charset="0"/>
                <a:ea typeface="Corbel" pitchFamily="0" charset="0"/>
                <a:cs typeface="Corbel" pitchFamily="0" charset="0"/>
              </a:defRPr>
            </a:lvl1pPr>
            <a:lvl2pPr marL="342900" indent="0">
              <a:buNone/>
              <a:defRPr lang="en-us" sz="1500" b="1" cap="none"/>
            </a:lvl2pPr>
            <a:lvl3pPr marL="685800" indent="0">
              <a:buNone/>
              <a:defRPr lang="en-us" sz="1350" b="1" cap="none"/>
            </a:lvl3pPr>
            <a:lvl4pPr marL="1028700" indent="0">
              <a:buNone/>
              <a:defRPr lang="en-us" sz="1200" b="1" cap="none"/>
            </a:lvl4pPr>
            <a:lvl5pPr marL="1371600" indent="0">
              <a:buNone/>
              <a:defRPr lang="en-us" sz="1200" b="1" cap="none"/>
            </a:lvl5pPr>
            <a:lvl6pPr marL="1714500" indent="0">
              <a:buNone/>
              <a:defRPr lang="en-us" sz="1200" b="1" cap="none"/>
            </a:lvl6pPr>
            <a:lvl7pPr marL="2057400" indent="0">
              <a:buNone/>
              <a:defRPr lang="en-us" sz="1200" b="1" cap="none"/>
            </a:lvl7pPr>
            <a:lvl8pPr marL="2400300" indent="0">
              <a:buNone/>
              <a:defRPr lang="en-us" sz="1200" b="1" cap="none"/>
            </a:lvl8pPr>
            <a:lvl9pPr marL="2743200" indent="0">
              <a:buNone/>
              <a:defRPr lang="en-us" sz="1200" b="1" cap="none"/>
            </a:lvl9pPr>
          </a:lstStyle>
          <a:p>
            <a:pPr>
              <a:defRPr lang="en-us"/>
            </a:pPr>
            <a:r>
              <a:t>Enter header text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blank">
  <p:cSld name="1_Title, 5 Small Pictures, 5 Headers, and 5 Text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pyright"/>
          <p:cNvSpPr>
            <a:extLst>
              <a:ext uri="smNativeData">
                <pr:smNativeData xmlns:pr="smNativeData" xmlns="smNativeData" val="SMDATA_15_mcIdaRMAAAAlAAAAZAAAAE0AAAAAkAAAAEgAAACQAAAAS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0oGBf///wEAAAAAAAAAAAAAAAAAAAAAAAAAAAAAAAAAAAAAAAAAAAAAAAB/f38AmZaDA8zMzADAwP8Af39/AAAAAAAAAAAAAAAAAAAAAAAAAAAAIQAAABgAAAAUAAAAYxEAAGkoAACIIQAAkCkAABAgAAAmAAAACAAAAP//////////"/>
              </a:ext>
            </a:extLst>
          </p:cNvSpPr>
          <p:nvPr/>
        </p:nvSpPr>
        <p:spPr>
          <a:xfrm>
            <a:off x="2826385" y="6569075"/>
            <a:ext cx="2624455" cy="18732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91440" tIns="45720" rIns="91440" bIns="45720" numCol="1" spcCol="215900" anchor="t"/>
          <a:lstStyle/>
          <a:p>
            <a:pPr>
              <a:defRPr lang="en-us"/>
            </a:pPr>
            <a:r>
              <a:rPr lang="en-us" sz="615" cap="none">
                <a:solidFill>
                  <a:schemeClr val="tx2"/>
                </a:solidFill>
              </a:rPr>
              <a:t>© 2022, Amazon Web Services, Inc. or its affiliates. All rights reserved.</a:t>
            </a:r>
            <a:endParaRPr lang="en-us" sz="615" cap="none">
              <a:solidFill>
                <a:schemeClr val="tx2"/>
              </a:solidFill>
            </a:endParaRPr>
          </a:p>
        </p:txBody>
      </p:sp>
      <p:sp>
        <p:nvSpPr>
          <p:cNvPr id="3" name="Title Border" descr="&quot;&quot;"/>
          <p:cNvSpPr>
            <a:extLst>
              <a:ext uri="smNativeData">
                <pr:smNativeData xmlns:pr="smNativeData" xmlns="smNativeData" val="SMDATA_15_mcIdaRMAAAAlAAAAZAAAAA0AAAAAkAAAAEgAAACQAAAASAAAAAAAAAABAAAAAAAAAAEAAABQAAAAAAAAAAAA4D8AAAAAAADgPwAAAAAAAOA/AAAAAAAA4D8AAAAAAADgPwAAAAAAAOA/AAAAAAAA4D8AAAAAAADgPwAAAAAAAOA/AAAAAAAA4D8CAAAAjAAAAAEAAAAAAAAA40oGDP///wgAAAAAAAAAAAAAAAAAAAAAAAAAAAAAAAAAAAAAZAAAAAEAAABAAAAAAAAAAAAAAAAAAAAAAAAAAAAAAAAAAAAAAAAAAAAAAAAAAAAAAAAAAAAAAAAAAAAAAAAAAAAAAAAAAAAAAAAAAAAAAAAAAAAAAAAAAAAAAAAAAAAAFAAAADwAAAAAAAAAAAAAAKg3BAAo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0oGBf///wEAAAAAAAAAAAAAAAAAAAAAAAAAAAAAAAAAAAAAAAAAAKg3BAB/f38AmZaDA8zMzADAwP8Af39/AAAAAAAAAAAAAAAAAAAAAAAAAAAAIQAAABgAAAAUAAAArwEAAFcGAAAONwAAnwYAABAAAAAmAAAACAAAAP//////////"/>
              </a:ext>
            </a:extLst>
          </p:cNvSpPr>
          <p:nvPr/>
        </p:nvSpPr>
        <p:spPr>
          <a:xfrm>
            <a:off x="273685" y="1030605"/>
            <a:ext cx="8676005" cy="457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algn="ctr">
              <a:defRPr lang="en-us" cap="none">
                <a:solidFill>
                  <a:srgbClr val="FFFFFF"/>
                </a:solidFill>
                <a:latin typeface="Microsoft New Tai Lue" pitchFamily="0" charset="0"/>
                <a:ea typeface="Microsoft New Tai Lue" pitchFamily="0" charset="0"/>
                <a:cs typeface="Microsoft New Tai Lue" pitchFamily="0" charset="0"/>
              </a:defRPr>
            </a:pPr>
            <a:endParaRPr lang="en-us" sz="1010" cap="none"/>
          </a:p>
        </p:txBody>
      </p:sp>
      <p:sp>
        <p:nvSpPr>
          <p:cNvPr id="4" name="Title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0AIAADgEAABjFgAAxgs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>
              <a:defRPr lang="en-us"/>
            </a:pPr>
            <a:r>
              <a:rPr lang="pt-br" cap="none"/>
              <a:t>Clique para editar o título Mestre</a:t>
            </a:r>
          </a:p>
        </p:txBody>
      </p:sp>
      <p:sp>
        <p:nvSpPr>
          <p:cNvPr id="5" name="Picture 1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HAIAAGgGAACMCgAAqBEAABAAAAAmAAAACAAAAAGAAAAAAAAA"/>
              </a:ext>
            </a:extLst>
          </p:cNvSpPr>
          <p:nvPr>
            <p:ph idx="9"/>
          </p:nvPr>
        </p:nvSpPr>
        <p:spPr>
          <a:xfrm>
            <a:off x="342900" y="1041400"/>
            <a:ext cx="1371600" cy="1828800"/>
          </a:xfrm>
        </p:spPr>
        <p:txBody>
          <a:bodyPr/>
          <a:lstStyle>
            <a:lvl1pPr marL="0" indent="0" algn="ctr">
              <a:buNone/>
              <a:defRPr lang="en-us" sz="1575" cap="none">
                <a:solidFill>
                  <a:schemeClr val="tx2"/>
                </a:solidFill>
              </a:defRPr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rPr lang="pt-br" cap="none"/>
              <a:t>Clique para editar os estilos de texto Mestres</a:t>
            </a:r>
            <a:endParaRPr lang="pt-br" cap="none"/>
          </a:p>
        </p:txBody>
      </p:sp>
      <p:sp>
        <p:nvSpPr>
          <p:cNvPr id="6" name="Content Header 1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BAAAAAAAAAAEAAABQAAAAAAAAAAAA4D8AAAAAAADgPwAAAAAAAOA/AAAAAAAA4D8AAAAAAADgPwAAAAAAAOA/AAAAAAAA4D8AAAAAAADgPwAAAAAAAOA/AAAAAAAA4D8CAAAAjAAAAAEAAAAAAAAA40oGDP///wgAAAAAAAAAAAAAAAAAAAAAAAAAAAAAAAAAAAAAeAAAAAEAAABAAAAAAAAAAAAAAABaAAAAAAAAAAAAAAAAAAAAAAAAAAAAAAAAAAAAAAAAAAAAAAAAAAAAAAAAAAAAAAAAAAAAAAAAAAAAAAAAAAAAAAAAAAAAAAAAAAAAFAAAADwAAAABAAAAAAAAAONKBgwPAAAAAQAAACMAAAAjAAAAIwAAAB4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FRhcmc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V/f38AAAAAA8zMzADAwP8Af39/AAAAAAAAAAAAAAAAAAAAAAAAAAAAIQAAABgAAAAUAAAARAEAAAASAABkCwAA2xMAABAAAAAmAAAACAAAAIGgAAD/HwAA"/>
              </a:ext>
            </a:extLst>
          </p:cNvSpPr>
          <p:nvPr>
            <p:ph type="subTitle" idx="5"/>
          </p:nvPr>
        </p:nvSpPr>
        <p:spPr>
          <a:xfrm>
            <a:off x="205740" y="2926080"/>
            <a:ext cx="1645920" cy="301625"/>
          </a:xfrm>
          <a:solidFill>
            <a:schemeClr val="accent1"/>
          </a:solidFill>
          <a:ln w="9525" cap="flat" cmpd="sng" algn="ctr">
            <a:solidFill>
              <a:schemeClr val="accent1"/>
            </a:solidFill>
            <a:prstDash val="solid"/>
            <a:headEnd type="none"/>
            <a:tailEnd type="none"/>
          </a:ln>
        </p:spPr>
        <p:txBody>
          <a:bodyPr vert="horz" wrap="square" lIns="0" tIns="0" rIns="0" bIns="0" numCol="1" spcCol="215900" anchor="ctr">
            <a:prstTxWarp prst="textNoShape">
              <a:avLst/>
            </a:prstTxWarp>
          </a:bodyPr>
          <a:lstStyle>
            <a:lvl1pPr marL="33655" indent="0">
              <a:buNone/>
              <a:defRPr lang="en-us" sz="1125" b="0" cap="none">
                <a:solidFill>
                  <a:schemeClr val="bg1"/>
                </a:solidFill>
                <a:latin typeface="Microsoft New Tai Lue" pitchFamily="0" charset="0"/>
                <a:ea typeface="Corbel" pitchFamily="0" charset="0"/>
                <a:cs typeface="Corbel" pitchFamily="0" charset="0"/>
              </a:defRPr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rPr lang="pt-br" cap="none"/>
              <a:t>Clique para editar o estilo do subtítulo Mestre</a:t>
            </a:r>
          </a:p>
        </p:txBody>
      </p:sp>
      <p:sp>
        <p:nvSpPr>
          <p:cNvPr id="7" name="Content 1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RAEAAEAUAABkCwAAlScAABAAAAAmAAAACAAAAAGgAAAAAAAA"/>
              </a:ext>
            </a:extLst>
          </p:cNvSpPr>
          <p:nvPr>
            <p:ph idx="1"/>
          </p:nvPr>
        </p:nvSpPr>
        <p:spPr>
          <a:xfrm>
            <a:off x="205740" y="3291840"/>
            <a:ext cx="1645920" cy="3142615"/>
          </a:xfrm>
        </p:spPr>
        <p:txBody>
          <a:bodyPr vert="horz" wrap="square" lIns="0" tIns="0" rIns="0" bIns="0" numCol="1" spcCol="215900" anchor="t">
            <a:prstTxWarp prst="textNoShape">
              <a:avLst/>
            </a:prstTxWarp>
          </a:bodyPr>
          <a:lstStyle>
            <a:lvl1pPr marL="0" indent="0">
              <a:spcAft>
                <a:spcPts val="675"/>
              </a:spcAft>
              <a:buNone/>
              <a:defRPr lang="en-us" sz="1350" cap="none">
                <a:solidFill>
                  <a:schemeClr val="tx2"/>
                </a:solidFill>
              </a:defRPr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rPr lang="pt-br" cap="none"/>
              <a:t>Clique para editar os estilos de texto Mestres</a:t>
            </a:r>
            <a:endParaRPr lang="pt-br" cap="none"/>
          </a:p>
        </p:txBody>
      </p:sp>
      <p:sp>
        <p:nvSpPr>
          <p:cNvPr id="8" name="Picture 2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w0AAGgGAACbFQAAqBEAABAAAAAmAAAACAAAAAGAAAAAAAAA"/>
              </a:ext>
            </a:extLst>
          </p:cNvSpPr>
          <p:nvPr>
            <p:ph idx="10"/>
          </p:nvPr>
        </p:nvSpPr>
        <p:spPr>
          <a:xfrm>
            <a:off x="2140585" y="1041400"/>
            <a:ext cx="1371600" cy="1828800"/>
          </a:xfrm>
        </p:spPr>
        <p:txBody>
          <a:bodyPr/>
          <a:lstStyle>
            <a:lvl1pPr marL="0" indent="0" algn="ctr">
              <a:buNone/>
              <a:defRPr lang="en-us" sz="1575" cap="none">
                <a:solidFill>
                  <a:schemeClr val="tx2"/>
                </a:solidFill>
              </a:defRPr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rPr lang="pt-br" cap="none"/>
              <a:t>Clique para editar os estilos de texto Mestres</a:t>
            </a:r>
            <a:endParaRPr lang="pt-br" cap="none"/>
          </a:p>
        </p:txBody>
      </p:sp>
      <p:sp>
        <p:nvSpPr>
          <p:cNvPr id="9" name="Content Header 2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BAAAAAAAAAAEAAABQAAAAAAAAAAAA4D8AAAAAAADgPwAAAAAAAOA/AAAAAAAA4D8AAAAAAADgPwAAAAAAAOA/AAAAAAAA4D8AAAAAAADgPwAAAAAAAOA/AAAAAAAA4D8CAAAAjAAAAAEAAAAAAAAA40oGDP///wgAAAAAAAAAAAAAAAAAAAAAAAAAAAAAAAAAAAAAeAAAAAEAAABAAAAAAAAAAAAAAABaAAAAAAAAAAAAAAAAAAAAAAAAAAAAAAAAAAAAAAAAAAAAAAAAAAAAAAAAAAAAAAAAAAAAAAAAAAAAAAAAAAAAAAAAAAAAAAAAAAAAFAAAADwAAAABAAAAAAAAAONKBgwPAAAAAQAAACMAAAAjAAAAIwAAAB4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V/f38AAAAAA8zMzADAwP8Af39/AAAAAAAAAAAAAAAAAAAAAAAAAAAAIQAAABgAAAAUAAAAOAwAAAASAABYFgAA2xMAABAAAAAmAAAACAAAAIGgAAD/HwAA"/>
              </a:ext>
            </a:extLst>
          </p:cNvSpPr>
          <p:nvPr>
            <p:ph type="subTitle" idx="6"/>
          </p:nvPr>
        </p:nvSpPr>
        <p:spPr>
          <a:xfrm>
            <a:off x="1986280" y="2926080"/>
            <a:ext cx="1645920" cy="301625"/>
          </a:xfrm>
          <a:solidFill>
            <a:schemeClr val="accent1"/>
          </a:solidFill>
          <a:ln w="9525" cap="flat" cmpd="sng" algn="ctr">
            <a:solidFill>
              <a:schemeClr val="accent1"/>
            </a:solidFill>
            <a:prstDash val="solid"/>
            <a:headEnd type="none"/>
            <a:tailEnd type="none"/>
          </a:ln>
        </p:spPr>
        <p:txBody>
          <a:bodyPr vert="horz" wrap="square" lIns="0" tIns="0" rIns="0" bIns="0" numCol="1" spcCol="215900" anchor="ctr">
            <a:prstTxWarp prst="textNoShape">
              <a:avLst/>
            </a:prstTxWarp>
          </a:bodyPr>
          <a:lstStyle>
            <a:lvl1pPr marL="33655" indent="0">
              <a:buNone/>
              <a:defRPr lang="en-us" sz="1125" b="0" cap="none">
                <a:solidFill>
                  <a:schemeClr val="bg1"/>
                </a:solidFill>
                <a:latin typeface="Microsoft New Tai Lue" pitchFamily="0" charset="0"/>
                <a:ea typeface="Corbel" pitchFamily="0" charset="0"/>
                <a:cs typeface="Corbel" pitchFamily="0" charset="0"/>
              </a:defRPr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rPr lang="pt-br" cap="none"/>
              <a:t>Clique para editar o estilo do subtítulo Mestre</a:t>
            </a:r>
          </a:p>
        </p:txBody>
      </p:sp>
      <p:sp>
        <p:nvSpPr>
          <p:cNvPr id="10" name="Content 2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wAAEAUAABYFgAAlScAABAAAAAmAAAACAAAAAGgAAAAAAAA"/>
              </a:ext>
            </a:extLst>
          </p:cNvSpPr>
          <p:nvPr>
            <p:ph idx="2"/>
          </p:nvPr>
        </p:nvSpPr>
        <p:spPr>
          <a:xfrm>
            <a:off x="1986280" y="3291840"/>
            <a:ext cx="1645920" cy="3142615"/>
          </a:xfrm>
        </p:spPr>
        <p:txBody>
          <a:bodyPr vert="horz" wrap="square" lIns="0" tIns="0" rIns="0" bIns="0" numCol="1" spcCol="215900" anchor="t">
            <a:prstTxWarp prst="textNoShape">
              <a:avLst/>
            </a:prstTxWarp>
          </a:bodyPr>
          <a:lstStyle>
            <a:lvl1pPr marL="0" indent="0">
              <a:spcAft>
                <a:spcPts val="675"/>
              </a:spcAft>
              <a:buNone/>
              <a:defRPr lang="en-us" sz="1350" cap="none">
                <a:solidFill>
                  <a:schemeClr val="tx2"/>
                </a:solidFill>
              </a:defRPr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rPr lang="pt-br" cap="none"/>
              <a:t>Clique para editar os estilos de texto Mestres</a:t>
            </a:r>
            <a:endParaRPr lang="pt-br" cap="none"/>
          </a:p>
        </p:txBody>
      </p:sp>
      <p:sp>
        <p:nvSpPr>
          <p:cNvPr id="11" name="Picture 3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6BcAAGgGAABYIAAAqBEAABAAAAAmAAAACAAAAAGAAAAAAAAA"/>
              </a:ext>
            </a:extLst>
          </p:cNvSpPr>
          <p:nvPr>
            <p:ph idx="11"/>
          </p:nvPr>
        </p:nvSpPr>
        <p:spPr>
          <a:xfrm>
            <a:off x="3886200" y="1041400"/>
            <a:ext cx="1371600" cy="1828800"/>
          </a:xfrm>
        </p:spPr>
        <p:txBody>
          <a:bodyPr/>
          <a:lstStyle>
            <a:lvl1pPr marL="0" indent="0" algn="ctr">
              <a:buNone/>
              <a:defRPr lang="en-us" sz="1575" cap="none">
                <a:solidFill>
                  <a:schemeClr val="tx2"/>
                </a:solidFill>
              </a:defRPr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rPr lang="pt-br" cap="none"/>
              <a:t>Clique para editar os estilos de texto Mestres</a:t>
            </a:r>
            <a:endParaRPr lang="pt-br" cap="none"/>
          </a:p>
        </p:txBody>
      </p:sp>
      <p:sp>
        <p:nvSpPr>
          <p:cNvPr id="12" name="Content Header 3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BAAAAAAAAAAEAAABQAAAAAAAAAAAA4D8AAAAAAADgPwAAAAAAAOA/AAAAAAAA4D8AAAAAAADgPwAAAAAAAOA/AAAAAAAA4D8AAAAAAADgPwAAAAAAAOA/AAAAAAAA4D8CAAAAjAAAAAEAAAAAAAAA40oGDP///wgAAAAAAAAAAAAAAAAAAAAAAAAAAAAAAAAAAAAAeAAAAAEAAABAAAAAAAAAAAAAAABaAAAAAAAAAAAAAAAAAAAAAAAAAAAAAAAAAAAAAAAAAAAAAAAAAAAAAAAAAAAAAAAAAAAAAAAAAAAAAAAAAAAAAAAAAAAAAAAAAAAAFAAAADwAAAABAAAAAAAAAONKBgwPAAAAAQAAACMAAAAjAAAAIwAAAB4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V/f38AAAAAA8zMzADAwP8Af39/AAAAAAAAAAAAAAAAAAAAAAAAAAAAIQAAABgAAAAUAAAAKxcAAAASAABLIQAA2xMAABAAAAAmAAAACAAAAIGgAAD/HwAA"/>
              </a:ext>
            </a:extLst>
          </p:cNvSpPr>
          <p:nvPr>
            <p:ph type="subTitle" idx="7"/>
          </p:nvPr>
        </p:nvSpPr>
        <p:spPr>
          <a:xfrm>
            <a:off x="3766185" y="2926080"/>
            <a:ext cx="1645920" cy="301625"/>
          </a:xfrm>
          <a:solidFill>
            <a:schemeClr val="accent1"/>
          </a:solidFill>
          <a:ln w="9525" cap="flat" cmpd="sng" algn="ctr">
            <a:solidFill>
              <a:schemeClr val="accent1"/>
            </a:solidFill>
            <a:prstDash val="solid"/>
            <a:headEnd type="none"/>
            <a:tailEnd type="none"/>
          </a:ln>
        </p:spPr>
        <p:txBody>
          <a:bodyPr vert="horz" wrap="square" lIns="0" tIns="0" rIns="0" bIns="0" numCol="1" spcCol="215900" anchor="ctr">
            <a:prstTxWarp prst="textNoShape">
              <a:avLst/>
            </a:prstTxWarp>
          </a:bodyPr>
          <a:lstStyle>
            <a:lvl1pPr marL="33655" indent="0">
              <a:buNone/>
              <a:defRPr lang="en-us" sz="1125" b="0" cap="none">
                <a:solidFill>
                  <a:schemeClr val="bg1"/>
                </a:solidFill>
                <a:latin typeface="Microsoft New Tai Lue" pitchFamily="0" charset="0"/>
                <a:ea typeface="Corbel" pitchFamily="0" charset="0"/>
                <a:cs typeface="Corbel" pitchFamily="0" charset="0"/>
              </a:defRPr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rPr lang="pt-br" cap="none"/>
              <a:t>Clique para editar o estilo do subtítulo Mestre</a:t>
            </a:r>
          </a:p>
        </p:txBody>
      </p:sp>
      <p:sp>
        <p:nvSpPr>
          <p:cNvPr id="13" name="Content 3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xcAAEAUAABLIQAAlScAABAAAAAmAAAACAAAAAGgAAAAAAAA"/>
              </a:ext>
            </a:extLst>
          </p:cNvSpPr>
          <p:nvPr>
            <p:ph idx="3"/>
          </p:nvPr>
        </p:nvSpPr>
        <p:spPr>
          <a:xfrm>
            <a:off x="3766185" y="3291840"/>
            <a:ext cx="1645920" cy="3142615"/>
          </a:xfrm>
        </p:spPr>
        <p:txBody>
          <a:bodyPr vert="horz" wrap="square" lIns="0" tIns="0" rIns="0" bIns="0" numCol="1" spcCol="215900" anchor="t">
            <a:prstTxWarp prst="textNoShape">
              <a:avLst/>
            </a:prstTxWarp>
          </a:bodyPr>
          <a:lstStyle>
            <a:lvl1pPr marL="0" indent="0">
              <a:spcAft>
                <a:spcPts val="675"/>
              </a:spcAft>
              <a:buNone/>
              <a:defRPr lang="en-us" sz="1350" cap="none">
                <a:solidFill>
                  <a:schemeClr val="tx2"/>
                </a:solidFill>
              </a:defRPr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rPr lang="pt-br" cap="none"/>
              <a:t>Clique para editar os estilos de texto Mestres</a:t>
            </a:r>
            <a:endParaRPr lang="pt-br" cap="none"/>
          </a:p>
        </p:txBody>
      </p:sp>
      <p:sp>
        <p:nvSpPr>
          <p:cNvPr id="14" name="Picture 4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9yIAAGgGAABnKwAAqBEAABAAAAAmAAAACAAAAAGAAAAAAAAA"/>
              </a:ext>
            </a:extLst>
          </p:cNvSpPr>
          <p:nvPr>
            <p:ph idx="12"/>
          </p:nvPr>
        </p:nvSpPr>
        <p:spPr>
          <a:xfrm>
            <a:off x="5683885" y="1041400"/>
            <a:ext cx="1371600" cy="1828800"/>
          </a:xfrm>
        </p:spPr>
        <p:txBody>
          <a:bodyPr/>
          <a:lstStyle>
            <a:lvl1pPr marL="0" indent="0" algn="ctr">
              <a:buNone/>
              <a:defRPr lang="en-us" sz="1575" cap="none">
                <a:solidFill>
                  <a:schemeClr val="tx2"/>
                </a:solidFill>
              </a:defRPr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rPr lang="pt-br" cap="none"/>
              <a:t>Clique para editar os estilos de texto Mestres</a:t>
            </a:r>
            <a:endParaRPr lang="pt-br" cap="none"/>
          </a:p>
        </p:txBody>
      </p:sp>
      <p:sp>
        <p:nvSpPr>
          <p:cNvPr id="15" name="Content Header 4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BAAAAAAAAAAEAAABQAAAAAAAAAAAA4D8AAAAAAADgPwAAAAAAAOA/AAAAAAAA4D8AAAAAAADgPwAAAAAAAOA/AAAAAAAA4D8AAAAAAADgPwAAAAAAAOA/AAAAAAAA4D8CAAAAjAAAAAEAAAAAAAAA40oGDP///wgAAAAAAAAAAAAAAAAAAAAAAAAAAAAAAAAAAAAAeAAAAAEAAABAAAAAAAAAAAAAAABaAAAAAAAAAAAAAAAAAAAAAAAAAAAAAAAAAAAAAAAAAAAAAAAAAAAAAAAAAAAAAAAAAAAAAAAAAAAAAAAAAAAAAAAAAAAAAAAAAAAAFAAAADwAAAABAAAAAAAAAONKBgwPAAAAAQAAACMAAAAjAAAAIwAAAB4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UABQ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V/f38AAAAAA8zMzADAwP8Af39/AAAAAAAAAAAAAAAAAAAAAAAAAAAAIQAAABgAAAAUAAAAHyIAAAASAAA/LAAA2xMAABAAAAAmAAAACAAAAIGgAAD/HwAA"/>
              </a:ext>
            </a:extLst>
          </p:cNvSpPr>
          <p:nvPr>
            <p:ph type="subTitle" idx="8"/>
          </p:nvPr>
        </p:nvSpPr>
        <p:spPr>
          <a:xfrm>
            <a:off x="5546725" y="2926080"/>
            <a:ext cx="1645920" cy="301625"/>
          </a:xfrm>
          <a:solidFill>
            <a:schemeClr val="accent1"/>
          </a:solidFill>
          <a:ln w="9525" cap="flat" cmpd="sng" algn="ctr">
            <a:solidFill>
              <a:schemeClr val="accent1"/>
            </a:solidFill>
            <a:prstDash val="solid"/>
            <a:headEnd type="none"/>
            <a:tailEnd type="none"/>
          </a:ln>
        </p:spPr>
        <p:txBody>
          <a:bodyPr vert="horz" wrap="square" lIns="0" tIns="0" rIns="0" bIns="0" numCol="1" spcCol="215900" anchor="ctr">
            <a:prstTxWarp prst="textNoShape">
              <a:avLst/>
            </a:prstTxWarp>
          </a:bodyPr>
          <a:lstStyle>
            <a:lvl1pPr marL="33655" indent="0">
              <a:buNone/>
              <a:defRPr lang="en-us" sz="1125" b="0" cap="none">
                <a:solidFill>
                  <a:schemeClr val="bg1"/>
                </a:solidFill>
                <a:latin typeface="Microsoft New Tai Lue" pitchFamily="0" charset="0"/>
                <a:ea typeface="Corbel" pitchFamily="0" charset="0"/>
                <a:cs typeface="Corbel" pitchFamily="0" charset="0"/>
              </a:defRPr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rPr lang="pt-br" cap="none"/>
              <a:t>Clique para editar o estilo do subtítulo Mestre</a:t>
            </a:r>
          </a:p>
        </p:txBody>
      </p:sp>
      <p:sp>
        <p:nvSpPr>
          <p:cNvPr id="16" name="Content 4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HyIAAEAUAAA/LAAAlScAABAAAAAmAAAACAAAAAGgAAAAAAAA"/>
              </a:ext>
            </a:extLst>
          </p:cNvSpPr>
          <p:nvPr>
            <p:ph idx="4"/>
          </p:nvPr>
        </p:nvSpPr>
        <p:spPr>
          <a:xfrm>
            <a:off x="5546725" y="3291840"/>
            <a:ext cx="1645920" cy="3142615"/>
          </a:xfrm>
        </p:spPr>
        <p:txBody>
          <a:bodyPr vert="horz" wrap="square" lIns="0" tIns="0" rIns="0" bIns="0" numCol="1" spcCol="215900" anchor="t">
            <a:prstTxWarp prst="textNoShape">
              <a:avLst/>
            </a:prstTxWarp>
          </a:bodyPr>
          <a:lstStyle>
            <a:lvl1pPr marL="0" indent="0">
              <a:spcAft>
                <a:spcPts val="675"/>
              </a:spcAft>
              <a:buNone/>
              <a:defRPr lang="en-us" sz="1350" cap="none">
                <a:solidFill>
                  <a:schemeClr val="tx2"/>
                </a:solidFill>
              </a:defRPr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rPr lang="pt-br" cap="none"/>
              <a:t>Clique para editar os estilos de texto Mestres</a:t>
            </a:r>
            <a:endParaRPr lang="pt-br" cap="none"/>
          </a:p>
        </p:txBody>
      </p:sp>
      <p:sp>
        <p:nvSpPr>
          <p:cNvPr id="17" name="Picture 5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6y0AAGgGAABbNgAAqBEAABAAAAAmAAAACAAAAAGAAAAAAAAA"/>
              </a:ext>
            </a:extLst>
          </p:cNvSpPr>
          <p:nvPr>
            <p:ph idx="23"/>
          </p:nvPr>
        </p:nvSpPr>
        <p:spPr>
          <a:xfrm>
            <a:off x="7464425" y="1041400"/>
            <a:ext cx="1371600" cy="1828800"/>
          </a:xfrm>
        </p:spPr>
        <p:txBody>
          <a:bodyPr/>
          <a:lstStyle>
            <a:lvl1pPr marL="0" indent="0" algn="ctr">
              <a:buNone/>
              <a:defRPr lang="en-us" sz="1575" cap="none">
                <a:solidFill>
                  <a:schemeClr val="tx2"/>
                </a:solidFill>
              </a:defRPr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rPr lang="pt-br" cap="none"/>
              <a:t>Clique para editar os estilos de texto Mestres</a:t>
            </a:r>
            <a:endParaRPr lang="pt-br" cap="none"/>
          </a:p>
        </p:txBody>
      </p:sp>
      <p:sp>
        <p:nvSpPr>
          <p:cNvPr id="18" name="Content 5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Ey0AAEAUAAAzNwAAlScAABAAAAAmAAAACAAAAAGgAAAAAAAA"/>
              </a:ext>
            </a:extLst>
          </p:cNvSpPr>
          <p:nvPr>
            <p:ph idx="22"/>
          </p:nvPr>
        </p:nvSpPr>
        <p:spPr>
          <a:xfrm>
            <a:off x="7327265" y="3291840"/>
            <a:ext cx="1645920" cy="3142615"/>
          </a:xfrm>
        </p:spPr>
        <p:txBody>
          <a:bodyPr vert="horz" wrap="square" lIns="0" tIns="0" rIns="0" bIns="0" numCol="1" spcCol="215900" anchor="t">
            <a:prstTxWarp prst="textNoShape">
              <a:avLst/>
            </a:prstTxWarp>
          </a:bodyPr>
          <a:lstStyle>
            <a:lvl1pPr marL="0" indent="0">
              <a:spcAft>
                <a:spcPts val="675"/>
              </a:spcAft>
              <a:buNone/>
              <a:defRPr lang="en-us" sz="1350" cap="none">
                <a:solidFill>
                  <a:schemeClr val="tx2"/>
                </a:solidFill>
              </a:defRPr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rPr lang="pt-br" cap="none"/>
              <a:t>Clique para editar os estilos de texto Mestres</a:t>
            </a:r>
            <a:endParaRPr lang="pt-br" cap="none"/>
          </a:p>
        </p:txBody>
      </p:sp>
      <p:sp>
        <p:nvSpPr>
          <p:cNvPr id="19" name="Text Placeholder 30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BAAAAAAAAAAEAAABQAAAAAAAAAAAA4D8AAAAAAADgPwAAAAAAAOA/AAAAAAAA4D8AAAAAAADgPwAAAAAAAOA/AAAAAAAA4D8AAAAAAADgPwAAAAAAAOA/AAAAAAAA4D8CAAAAjAAAAAEAAAAAAAAA40oGDP///wgAAAAAAAAAAAAAAAAAAAAAAAAAAAAAAAAAAAAAeAAAAAEAAABAAAAAAAAAAAAAAABaAAAAAAAAAAAAAAAAAAAAAAAAAAAAAAAAAAAAAAAAAAAAAAAAAAAAAAAAAAAAAAAAAAAAAAAAAAAAAAAAAAAAAAAAAAAAAAAAAAAAFAAAADwAAAABAAAAAAAAAONKBgwPAAAAAQAAACMAAAAjAAAAIwAAAB4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V/f38AAAAAA8zMzADAwP8Af39/AAAAAAAAAAAAAAAAAAAAAAAAAAAAIQAAABgAAAAUAAAAEy0AAAASAAA0NwAA2xMAABAAAAAmAAAACAAAAIGgAAD/HwAA"/>
              </a:ext>
            </a:extLst>
          </p:cNvSpPr>
          <p:nvPr>
            <p:ph idx="24"/>
          </p:nvPr>
        </p:nvSpPr>
        <p:spPr>
          <a:xfrm>
            <a:off x="7327265" y="2926080"/>
            <a:ext cx="1646555" cy="301625"/>
          </a:xfrm>
          <a:solidFill>
            <a:schemeClr val="accent1"/>
          </a:solidFill>
          <a:ln w="9525" cap="flat" cmpd="sng" algn="ctr">
            <a:solidFill>
              <a:schemeClr val="accent1"/>
            </a:solidFill>
            <a:prstDash val="solid"/>
            <a:headEnd type="none"/>
            <a:tailEnd type="none"/>
          </a:ln>
        </p:spPr>
        <p:txBody>
          <a:bodyPr vert="horz" wrap="square" lIns="0" tIns="0" rIns="0" bIns="0" numCol="1" spcCol="215900" anchor="ctr">
            <a:prstTxWarp prst="textNoShape">
              <a:avLst/>
            </a:prstTxWarp>
          </a:bodyPr>
          <a:lstStyle>
            <a:lvl1pPr>
              <a:defRPr lang="en-us" sz="1125" b="0" cap="none">
                <a:solidFill>
                  <a:schemeClr val="bg1"/>
                </a:solidFill>
                <a:latin typeface="Microsoft New Tai Lue" pitchFamily="0" charset="0"/>
                <a:ea typeface="Corbel" pitchFamily="0" charset="0"/>
                <a:cs typeface="Corbel" pitchFamily="0" charset="0"/>
              </a:defRPr>
            </a:lvl1pPr>
            <a:lvl2pPr>
              <a:defRPr lang="en-us" cap="none"/>
            </a:lvl2pPr>
            <a:lvl3pPr>
              <a:defRPr lang="en-us" cap="none"/>
            </a:lvl3pPr>
            <a:lvl4pPr>
              <a:defRPr lang="en-us" cap="none"/>
            </a:lvl4pPr>
            <a:lvl5pPr>
              <a:defRPr lang="en-us" cap="none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rPr lang="pt-br" cap="none"/>
              <a:t>Clique para editar os estilos de texto Mestres</a:t>
            </a:r>
            <a:endParaRPr lang="pt-br" cap="none"/>
          </a:p>
        </p:txBody>
      </p:sp>
      <p:sp>
        <p:nvSpPr>
          <p:cNvPr id="20" name="Slide Number"/>
          <p:cNvSpPr txBox="1">
            <a:spLocks noGrp="1" noChangeArrowheads="1"/>
            <a:extLst>
              <a:ext uri="smNativeData">
                <pr:smNativeData xmlns:pr="smNativeData" xmlns="smNativeData" val="SMDATA_15_mcIdaRMAAAAlAAAAEg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AAAAAB/f38AAAAAA8zMzADAwP8Af39/AAAAAAAAAAAAAAAAAAAAAAAAAAAAIQAAABgAAAAUAAAA6zQAAGkoAAAnNwAACyoAABAAAAAmAAAACAAAAAGBAAAAAAAA"/>
              </a:ext>
            </a:extLst>
          </p:cNvSpPr>
          <p:nvPr>
            <p:ph type="sldNum" sz="quarter" idx="12"/>
          </p:nvPr>
        </p:nvSpPr>
        <p:spPr>
          <a:xfrm>
            <a:off x="8602345" y="6569075"/>
            <a:ext cx="363220" cy="265430"/>
          </a:xfrm>
          <a:prstGeom prst="rect">
            <a:avLst/>
          </a:prstGeom>
        </p:spPr>
        <p:txBody>
          <a:bodyPr/>
          <a:lstStyle>
            <a:lvl1pPr>
              <a:defRPr lang="en-us" sz="615" cap="none">
                <a:solidFill>
                  <a:schemeClr val="tx2"/>
                </a:solidFill>
                <a:latin typeface="Microsoft New Tai Lue" pitchFamily="0" charset="0"/>
                <a:ea typeface="Microsoft New Tai Lue" pitchFamily="0" charset="0"/>
                <a:cs typeface="Microsoft New Tai Lue" pitchFamily="0" charset="0"/>
              </a:defRPr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fld id="{7B5C3155-1B96-09C7-D8E4-ED927FAA2EB8}" type="slidenum">
              <a:t/>
            </a:fld>
          </a:p>
        </p:txBody>
      </p:sp>
    </p:spTree>
  </p:cSld>
  <p:clrMapOvr>
    <a:masterClrMapping/>
  </p:clrMapOvr>
  <p:hf hdr="0" ftr="0" dt="0"/>
</p:sldLayout>
</file>

<file path=ppt/slideMasters/_rels/slideMaster1.xml.rels><?xml version="1.0" encoding="UTF-8" standalone="yes" 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cSld>
    <p:bg>
      <p:bgPr>
        <a:blipFill>
          <a:blip r:embed="rId1"/>
          <a:srcRect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ICAgI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AAAAAB/f38AAAAAA8zMzADAwP8Af39/AAAAAAAAAAAAAAAAAAAAAAAAAAAAIQAAABgAAAAUAAAA0AIAADgEAABjFgAAxgsAABAAAAAmAAAACAAAAL8/AAAAAAAA"/>
              </a:ext>
            </a:extLst>
          </p:cNvSpPr>
          <p:nvPr>
            <p:ph type="title"/>
          </p:nvPr>
        </p:nvSpPr>
        <p:spPr>
          <a:xfrm>
            <a:off x="457200" y="685800"/>
            <a:ext cx="3181985" cy="1228090"/>
          </a:xfrm>
          <a:prstGeom prst="rect">
            <a:avLst/>
          </a:prstGeom>
        </p:spPr>
        <p:txBody>
          <a:bodyPr vert="horz" wrap="square" lIns="0" tIns="0" rIns="0" bIns="0" numCol="1" spcCol="215900" anchor="t">
            <a:prstTxWarp prst="textNoShape">
              <a:avLst/>
            </a:prstTxWarp>
          </a:bodyPr>
          <a:lstStyle/>
          <a:p>
            <a:pPr>
              <a:defRPr lang="en-us"/>
            </a:pPr>
            <a:r>
              <a:t>All Click To Edit Master Title </a:t>
            </a:r>
            <a:br/>
            <a:r>
              <a:t>Style</a:t>
            </a:r>
          </a:p>
        </p:txBody>
      </p:sp>
      <p:sp>
        <p:nvSpPr>
          <p:cNvPr id="3" name="Text Placeholder 2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ICAgI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AAAAAB/f38AAAAAA8zMzADAwP8Af39/AAAAAAAAAAAAAAAAAAAAAAAAAAAAIQAAABgAAAAUAAAAjhcAADgEAABwNQAAAiYAABAAAAAmAAAACAAAAD8vAAAAAAAA"/>
              </a:ext>
            </a:extLst>
          </p:cNvSpPr>
          <p:nvPr>
            <p:ph type="body" idx="1"/>
          </p:nvPr>
        </p:nvSpPr>
        <p:spPr>
          <a:xfrm>
            <a:off x="3829050" y="685800"/>
            <a:ext cx="4857750" cy="5492750"/>
          </a:xfrm>
          <a:prstGeom prst="rect">
            <a:avLst/>
          </a:prstGeom>
        </p:spPr>
        <p:txBody>
          <a:bodyPr vert="horz" wrap="square" lIns="0" tIns="0" rIns="0" bIns="0" numCol="1" spcCol="215900" anchor="t">
            <a:prstTxWarp prst="textNoShape">
              <a:avLst/>
            </a:prstTxWarp>
          </a:bodyPr>
          <a:lstStyle/>
          <a:p>
            <a:pPr>
              <a:defRPr lang="en-us"/>
            </a:pPr>
            <a:r>
              <a:t>Click to edit Master text styles</a:t>
            </a:r>
          </a:p>
          <a:p>
            <a:pPr lvl="1">
              <a:defRPr lang="en-us"/>
            </a:pPr>
            <a:r>
              <a:t>Second level</a:t>
            </a:r>
          </a:p>
          <a:p>
            <a:pPr lvl="2">
              <a:defRPr lang="en-us"/>
            </a:pPr>
            <a:r>
              <a:rPr lang="en-us" kern="1" cap="none"/>
              <a:t>Third level</a:t>
            </a:r>
            <a:endParaRPr lang="en-us" kern="1" cap="none"/>
          </a:p>
          <a:p>
            <a:pPr lvl="3">
              <a:defRPr lang="en-us"/>
            </a:pPr>
            <a:r>
              <a:rPr lang="en-us" kern="1" cap="none"/>
              <a:t>Fourth level</a:t>
            </a:r>
            <a:endParaRPr lang="en-us" kern="1" cap="none"/>
          </a:p>
          <a:p>
            <a:pPr lvl="4">
              <a:defRPr lang="en-us"/>
            </a:pPr>
            <a:r>
              <a:rPr lang="en-us" kern="1" cap="none"/>
              <a:t>Fifth level</a:t>
            </a:r>
            <a:endParaRPr lang="en-us" kern="1" cap="none"/>
          </a:p>
          <a:p>
            <a:pPr lvl="5">
              <a:defRPr lang="en-us"/>
            </a:pPr>
            <a:r>
              <a:rPr lang="en-us" kern="1" cap="none"/>
              <a:t>Sixth level</a:t>
            </a:r>
            <a:endParaRPr lang="en-us" kern="1" cap="none"/>
          </a:p>
          <a:p>
            <a:pPr lvl="6">
              <a:defRPr lang="en-us"/>
            </a:pPr>
            <a:r>
              <a:t>Seventh level</a:t>
            </a:r>
          </a:p>
          <a:p>
            <a:pPr lvl="7">
              <a:defRPr lang="en-us"/>
            </a:pPr>
            <a:r>
              <a:rPr lang="en-us" kern="1" cap="none"/>
              <a:t>More</a:t>
            </a:r>
            <a:endParaRPr lang="en-us" kern="1" cap="none"/>
          </a:p>
          <a:p>
            <a:pPr lvl="8">
              <a:defRPr lang="en-us"/>
            </a:pPr>
            <a:r>
              <a:rPr lang="en-us" kern="1" cap="none"/>
              <a:t>More</a:t>
            </a:r>
            <a:endParaRPr lang="en-us" kern="1" cap="none"/>
          </a:p>
        </p:txBody>
      </p:sp>
      <p:sp>
        <p:nvSpPr>
          <p:cNvPr id="4" name="Straight Connector 68"/>
          <p:cNvSpPr>
            <a:extLst>
              <a:ext uri="smNativeData">
                <pr:smNativeData xmlns:pr="smNativeData" xmlns="smNativeData" val="SMDATA_15_mcIdaRMAAAAlAAAACg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BAAAAAAAAADw9Pgs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ICAgI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Dw9PgR/f38AmZaDA8zMzADAwP8Af39/AAAAAAAAAAAAAAAAAAAAAAAAAAAAIQAAABgAAAAUAAAA0AIAANQCAABjFgAA1AIAABAAAAAmAAAACAAAAP//////////"/>
              </a:ext>
            </a:extLst>
          </p:cNvSpPr>
          <p:nvPr/>
        </p:nvSpPr>
        <p:spPr>
          <a:xfrm>
            <a:off x="457200" y="459740"/>
            <a:ext cx="3181985" cy="0"/>
          </a:xfrm>
          <a:prstGeom prst="line">
            <a:avLst/>
          </a:prstGeom>
          <a:noFill/>
          <a:ln w="12700" cap="flat" cmpd="sng" algn="ctr">
            <a:solidFill>
              <a:schemeClr val="tx2"/>
            </a:solidFill>
            <a:prstDash val="solid"/>
            <a:headEnd type="none"/>
            <a:tailEnd type="none"/>
          </a:ln>
          <a:effectLst/>
        </p:spPr>
      </p:sp>
      <p:sp>
        <p:nvSpPr>
          <p:cNvPr id="5" name="Straight Connector 73"/>
          <p:cNvSpPr>
            <a:extLst>
              <a:ext uri="smNativeData">
                <pr:smNativeData xmlns:pr="smNativeData" xmlns="smNativeData" val="SMDATA_15_mcIdaRMAAAAlAAAACg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BAAAAAAAAADw9Pgs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ICAgI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Dw9PgR/f38AmZaDA8zMzADAwP8Af39/AAAAAAAAAAAAAAAAAAAAAAAAAAAAIQAAABgAAAAUAAAAjhcAANQCAABwNQAA1AIAABAAAAAmAAAACAAAAP//////////"/>
              </a:ext>
            </a:extLst>
          </p:cNvSpPr>
          <p:nvPr/>
        </p:nvSpPr>
        <p:spPr>
          <a:xfrm>
            <a:off x="3829050" y="459740"/>
            <a:ext cx="4857750" cy="0"/>
          </a:xfrm>
          <a:prstGeom prst="line">
            <a:avLst/>
          </a:prstGeom>
          <a:noFill/>
          <a:ln w="12700" cap="flat" cmpd="sng" algn="ctr">
            <a:solidFill>
              <a:schemeClr val="tx2"/>
            </a:solidFill>
            <a:prstDash val="solid"/>
            <a:headEnd type="none"/>
            <a:tailEnd type="none"/>
          </a:ln>
          <a:effectLst/>
        </p:spPr>
      </p:sp>
      <p:sp>
        <p:nvSpPr>
          <p:cNvPr id="6" name="TextBox 75"/>
          <p:cNvSpPr>
            <a:extLst>
              <a:ext uri="smNativeData">
                <pr:smNativeData xmlns:pr="smNativeData" xmlns="smNativeData" val="SMDATA_15_mcIdaRMAAAAlAAAAZAAAAE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ICAgI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0oGBf///wEAAAAAAAAAAAAAAAAAAAAAAAAAAAAAAAAAAAAAAAAAAAAAAAB/f38AmZaDA8zMzADAwP8Af39/AAAAAAAAAAAAAAAAAAAAAAAAAAAAIQAAABgAAAAUAAAAqzQAAFsnAABwNQAAHSgAABAgAAAmAAAACAAAAP//////////"/>
              </a:ext>
            </a:extLst>
          </p:cNvSpPr>
          <p:nvPr/>
        </p:nvSpPr>
        <p:spPr>
          <a:xfrm>
            <a:off x="8561705" y="6397625"/>
            <a:ext cx="125095" cy="12319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numCol="1" spcCol="215900" anchor="t"/>
          <a:lstStyle/>
          <a:p>
            <a:pPr algn="r">
              <a:defRPr lang="en-us"/>
            </a:pPr>
            <a:fld id="{376C6C06-48DA-399A-94D4-BECF229A62EB}" type="slidenum">
              <a:rPr lang="en-us" sz="800" cap="none">
                <a:solidFill>
                  <a:schemeClr val="bg2"/>
                </a:solidFill>
              </a:rPr>
              <a:t>6</a:t>
            </a:fld>
            <a:endParaRPr lang="en-us" sz="800" cap="none">
              <a:solidFill>
                <a:schemeClr val="bg2"/>
              </a:solidFill>
            </a:endParaRPr>
          </a:p>
        </p:txBody>
      </p:sp>
      <p:sp>
        <p:nvSpPr>
          <p:cNvPr id="7" name="TextBox 116"/>
          <p:cNvSpPr>
            <a:extLst>
              <a:ext uri="smNativeData">
                <pr:smNativeData xmlns:pr="smNativeData" xmlns="smNativeData" val="SMDATA_15_mcIdaRMAAAAlAAAAZAAAAE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ICAgI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0oGBf///wEAAAAAAAAAAAAAAAAAAAAAAAAAAAAAAAAAAAAAAAAAAAAAAAB/f38AmZaDA8zMzADAwP8Af39/AAAAAAAAAAAAAAAAAAAAAAAAAAAAIQAAABgAAAAUAAAAQTMAAFsnAABnMwAAHSgAABAgAAAmAAAACAAAAP//////////"/>
              </a:ext>
            </a:extLst>
          </p:cNvSpPr>
          <p:nvPr/>
        </p:nvSpPr>
        <p:spPr>
          <a:xfrm>
            <a:off x="8331835" y="6397625"/>
            <a:ext cx="24130" cy="12319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numCol="1" spcCol="215900" anchor="t"/>
          <a:lstStyle/>
          <a:p>
            <a:pPr algn="r">
              <a:defRPr lang="en-us"/>
            </a:pPr>
            <a:r>
              <a:rPr lang="en-us" sz="800" cap="none">
                <a:solidFill>
                  <a:schemeClr val="bg2"/>
                </a:solidFill>
              </a:rPr>
              <a:t>|</a:t>
            </a:r>
            <a:endParaRPr lang="en-us" sz="800" cap="none">
              <a:solidFill>
                <a:schemeClr val="bg2"/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62" r:id="rId3"/>
    <p:sldLayoutId id="2147483663" r:id="rId4"/>
    <p:sldLayoutId id="2147483656" r:id="rId5"/>
    <p:sldLayoutId id="2147483658" r:id="rId6"/>
    <p:sldLayoutId id="2147483650" r:id="rId7"/>
    <p:sldLayoutId id="2147483657" r:id="rId8"/>
    <p:sldLayoutId id="2147483659" r:id="rId9"/>
    <p:sldLayoutId id="2147483654" r:id="rId10"/>
    <p:sldLayoutId id="2147483660" r:id="rId11"/>
    <p:sldLayoutId id="2147483655" r:id="rId12"/>
    <p:sldLayoutId id="2147483665" r:id="rId13"/>
    <p:sldLayoutId id="2147483666" r:id="rId14"/>
    <p:sldLayoutId id="2147483667" r:id="rId15"/>
  </p:sldLayoutIdLst>
  <p:hf sldNum="0" hdr="0" ftr="0" dt="0"/>
  <p:txStyles>
    <p:titleStyle>
      <a:lvl1pPr marL="0" marR="0" indent="0" algn="l" defTabSz="914400">
        <a:lnSpc>
          <a:spcPct val="95000"/>
        </a:lnSpc>
        <a:spcBef>
          <a:spcPts val="0"/>
        </a:spcBef>
        <a:spcAft>
          <a:spcPts val="0"/>
        </a:spcAft>
        <a:buNone/>
        <a:tabLst/>
        <a:defRPr lang="en-us" sz="2800" b="1" i="0" u="none" strike="noStrike" kern="1" cap="none" spc="-33" baseline="0">
          <a:solidFill>
            <a:schemeClr val="tx2"/>
          </a:solidFill>
          <a:effectLst/>
          <a:latin typeface="Arial" pitchFamily="2" charset="0"/>
          <a:ea typeface="Arial" pitchFamily="2" charset="0"/>
          <a:cs typeface="Arial" pitchFamily="2" charset="0"/>
        </a:defRPr>
      </a:lvl1pPr>
      <a:lvl2pPr marL="4572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Microsoft New Tai Lue" pitchFamily="0" charset="0"/>
          <a:ea typeface="Microsoft New Tai Lue" pitchFamily="0" charset="0"/>
          <a:cs typeface="Microsoft New Tai Lue" pitchFamily="0" charset="0"/>
        </a:defRPr>
      </a:lvl2pPr>
      <a:lvl3pPr marL="9144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Microsoft New Tai Lue" pitchFamily="0" charset="0"/>
          <a:ea typeface="Microsoft New Tai Lue" pitchFamily="0" charset="0"/>
          <a:cs typeface="Microsoft New Tai Lue" pitchFamily="0" charset="0"/>
        </a:defRPr>
      </a:lvl3pPr>
      <a:lvl4pPr marL="13716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Microsoft New Tai Lue" pitchFamily="0" charset="0"/>
          <a:ea typeface="Microsoft New Tai Lue" pitchFamily="0" charset="0"/>
          <a:cs typeface="Microsoft New Tai Lue" pitchFamily="0" charset="0"/>
        </a:defRPr>
      </a:lvl4pPr>
      <a:lvl5pPr marL="18288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Microsoft New Tai Lue" pitchFamily="0" charset="0"/>
          <a:ea typeface="Microsoft New Tai Lue" pitchFamily="0" charset="0"/>
          <a:cs typeface="Microsoft New Tai Lue" pitchFamily="0" charset="0"/>
        </a:defRPr>
      </a:lvl5pPr>
      <a:lvl6pPr marL="22860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Microsoft New Tai Lue" pitchFamily="0" charset="0"/>
          <a:ea typeface="Microsoft New Tai Lue" pitchFamily="0" charset="0"/>
          <a:cs typeface="Microsoft New Tai Lue" pitchFamily="0" charset="0"/>
        </a:defRPr>
      </a:lvl6pPr>
      <a:lvl7pPr marL="27432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Microsoft New Tai Lue" pitchFamily="0" charset="0"/>
          <a:ea typeface="Microsoft New Tai Lue" pitchFamily="0" charset="0"/>
          <a:cs typeface="Microsoft New Tai Lue" pitchFamily="0" charset="0"/>
        </a:defRPr>
      </a:lvl7pPr>
      <a:lvl8pPr marL="32004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Microsoft New Tai Lue" pitchFamily="0" charset="0"/>
          <a:ea typeface="Microsoft New Tai Lue" pitchFamily="0" charset="0"/>
          <a:cs typeface="Microsoft New Tai Lue" pitchFamily="0" charset="0"/>
        </a:defRPr>
      </a:lvl8pPr>
      <a:lvl9pPr marL="36576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Microsoft New Tai Lue" pitchFamily="0" charset="0"/>
          <a:ea typeface="Microsoft New Tai Lue" pitchFamily="0" charset="0"/>
          <a:cs typeface="Microsoft New Tai Lue" pitchFamily="0" charset="0"/>
        </a:defRPr>
      </a:lvl9pPr>
    </p:titleStyle>
    <p:bodyStyle>
      <a:lvl1pPr marL="0" marR="0" indent="0" algn="l" defTabSz="914400">
        <a:lnSpc>
          <a:spcPct val="120000"/>
        </a:lnSpc>
        <a:spcBef>
          <a:spcPts val="600"/>
        </a:spcBef>
        <a:spcAft>
          <a:spcPts val="1200"/>
        </a:spcAft>
        <a:buClrTx/>
        <a:buSzTx/>
        <a:buFont typeface="Arial" pitchFamily="2" charset="0"/>
        <a:buChar char="​"/>
        <a:tabLst/>
        <a:defRPr lang="en-us" sz="1500" b="0" i="1" u="none" strike="noStrike" kern="1" cap="none" spc="0" baseline="0">
          <a:solidFill>
            <a:schemeClr val="accent1"/>
          </a:solidFill>
          <a:effectLst/>
          <a:latin typeface="Corbel" pitchFamily="0" charset="0"/>
          <a:ea typeface="Corbel" pitchFamily="0" charset="0"/>
          <a:cs typeface="Corbel" pitchFamily="0" charset="0"/>
        </a:defRPr>
      </a:lvl1pPr>
      <a:lvl2pPr marL="0" marR="0" indent="0" algn="l" defTabSz="914400">
        <a:lnSpc>
          <a:spcPct val="100000"/>
        </a:lnSpc>
        <a:spcBef>
          <a:spcPts val="0"/>
        </a:spcBef>
        <a:spcAft>
          <a:spcPts val="600"/>
        </a:spcAft>
        <a:buClrTx/>
        <a:buSzTx/>
        <a:buFont typeface="Arial" pitchFamily="2" charset="0"/>
        <a:buChar char="​"/>
        <a:tabLst/>
        <a:defRPr lang="en-us" sz="1500" b="0" i="1" u="none" strike="noStrike" kern="1" cap="none" spc="0" baseline="0">
          <a:solidFill>
            <a:schemeClr val="tx2"/>
          </a:solidFill>
          <a:effectLst/>
          <a:latin typeface="Corbel" pitchFamily="0" charset="0"/>
          <a:ea typeface="Corbel" pitchFamily="0" charset="0"/>
          <a:cs typeface="Corbel" pitchFamily="0" charset="0"/>
        </a:defRPr>
      </a:lvl2pPr>
      <a:lvl3pPr marL="0" marR="0" indent="0" algn="l" defTabSz="914400">
        <a:lnSpc>
          <a:spcPct val="110000"/>
        </a:lnSpc>
        <a:spcBef>
          <a:spcPts val="600"/>
        </a:spcBef>
        <a:spcAft>
          <a:spcPts val="0"/>
        </a:spcAft>
        <a:buClrTx/>
        <a:buSzTx/>
        <a:buFont typeface="Arial" pitchFamily="2" charset="0"/>
        <a:buChar char="​"/>
        <a:tabLst/>
        <a:defRPr lang="en-us" sz="1100" b="1" i="0" u="none" strike="noStrike" kern="400000" cap="none" spc="0" baseline="0">
          <a:solidFill>
            <a:schemeClr val="accent4"/>
          </a:solidFill>
          <a:effectLst/>
          <a:latin typeface="Microsoft New Tai Lue" pitchFamily="0" charset="0"/>
          <a:ea typeface="Microsoft New Tai Lue" pitchFamily="0" charset="0"/>
          <a:cs typeface="Microsoft New Tai Lue" pitchFamily="0" charset="0"/>
        </a:defRPr>
      </a:lvl3pPr>
      <a:lvl4pPr marL="0" marR="0" indent="0" algn="l" defTabSz="914400">
        <a:lnSpc>
          <a:spcPct val="114000"/>
        </a:lnSpc>
        <a:spcBef>
          <a:spcPts val="600"/>
        </a:spcBef>
        <a:spcAft>
          <a:spcPts val="600"/>
        </a:spcAft>
        <a:buClrTx/>
        <a:buSzTx/>
        <a:buFont typeface="Arial" pitchFamily="2" charset="0"/>
        <a:buChar char="​"/>
        <a:tabLst/>
        <a:defRPr lang="en-us" sz="1100" b="0" i="0" u="none" strike="noStrike" kern="400000" cap="none" spc="0" baseline="0">
          <a:solidFill>
            <a:schemeClr val="tx2"/>
          </a:solidFill>
          <a:effectLst/>
          <a:latin typeface="Microsoft New Tai Lue" pitchFamily="0" charset="0"/>
          <a:ea typeface="Microsoft New Tai Lue" pitchFamily="0" charset="0"/>
          <a:cs typeface="Microsoft New Tai Lue" pitchFamily="0" charset="0"/>
        </a:defRPr>
      </a:lvl4pPr>
      <a:lvl5pPr marL="171450" marR="0" indent="-171450" algn="l" defTabSz="914400">
        <a:lnSpc>
          <a:spcPct val="95000"/>
        </a:lnSpc>
        <a:spcBef>
          <a:spcPts val="0"/>
        </a:spcBef>
        <a:spcAft>
          <a:spcPts val="600"/>
        </a:spcAft>
        <a:buClrTx/>
        <a:buSzTx/>
        <a:buFont typeface="Arial" pitchFamily="2" charset="0"/>
        <a:buChar char="•"/>
        <a:tabLst/>
        <a:defRPr lang="en-us" sz="1100" b="0" i="0" u="none" strike="noStrike" kern="400000" cap="none" spc="0" baseline="0">
          <a:solidFill>
            <a:schemeClr val="tx2"/>
          </a:solidFill>
          <a:effectLst/>
          <a:latin typeface="Microsoft New Tai Lue" pitchFamily="0" charset="0"/>
          <a:ea typeface="Microsoft New Tai Lue" pitchFamily="0" charset="0"/>
          <a:cs typeface="Microsoft New Tai Lue" pitchFamily="0" charset="0"/>
        </a:defRPr>
      </a:lvl5pPr>
      <a:lvl6pPr marL="344805" marR="0" indent="-173355" algn="l" defTabSz="914400">
        <a:lnSpc>
          <a:spcPct val="85000"/>
        </a:lnSpc>
        <a:spcBef>
          <a:spcPts val="0"/>
        </a:spcBef>
        <a:spcAft>
          <a:spcPts val="600"/>
        </a:spcAft>
        <a:buClrTx/>
        <a:buSzTx/>
        <a:buFont typeface="Arial" pitchFamily="2" charset="0"/>
        <a:buChar char="•"/>
        <a:tabLst/>
        <a:defRPr lang="en-us" sz="1100" b="0" i="0" u="none" strike="noStrike" kern="400000" cap="none" spc="0" baseline="0">
          <a:solidFill>
            <a:schemeClr val="tx2"/>
          </a:solidFill>
          <a:effectLst/>
          <a:latin typeface="Microsoft New Tai Lue" pitchFamily="0" charset="0"/>
          <a:ea typeface="Microsoft New Tai Lue" pitchFamily="0" charset="0"/>
          <a:cs typeface="Microsoft New Tai Lue" pitchFamily="0" charset="0"/>
        </a:defRPr>
      </a:lvl6pPr>
      <a:lvl7pPr marL="0" marR="0" indent="0" algn="l" defTabSz="914400">
        <a:lnSpc>
          <a:spcPct val="100000"/>
        </a:lnSpc>
        <a:spcBef>
          <a:spcPts val="600"/>
        </a:spcBef>
        <a:spcAft>
          <a:spcPts val="600"/>
        </a:spcAft>
        <a:buClr>
          <a:schemeClr val="bg2"/>
        </a:buClr>
        <a:buSzTx/>
        <a:buFont typeface="Arial" pitchFamily="2" charset="0"/>
        <a:buChar char="​"/>
        <a:tabLst/>
        <a:defRPr lang="en-us" sz="1500" b="0" i="1" u="none" strike="noStrike" kern="1" cap="none" spc="0" baseline="0">
          <a:solidFill>
            <a:schemeClr val="bg2"/>
          </a:solidFill>
          <a:effectLst/>
          <a:latin typeface="Corbel" pitchFamily="0" charset="0"/>
          <a:ea typeface="Corbel" pitchFamily="0" charset="0"/>
          <a:cs typeface="Corbel" pitchFamily="0" charset="0"/>
        </a:defRPr>
      </a:lvl7pPr>
      <a:lvl8pPr marL="171450" marR="0" indent="-171450" algn="l" defTabSz="914400">
        <a:lnSpc>
          <a:spcPct val="100000"/>
        </a:lnSpc>
        <a:spcBef>
          <a:spcPts val="0"/>
        </a:spcBef>
        <a:spcAft>
          <a:spcPts val="600"/>
        </a:spcAft>
        <a:buClrTx/>
        <a:buSzTx/>
        <a:buFont typeface="Arial" pitchFamily="2" charset="0"/>
        <a:buChar char="•"/>
        <a:tabLst/>
        <a:defRPr lang="en-us" sz="1100" b="0" i="0" u="none" strike="noStrike" kern="400000" cap="none" spc="0" baseline="0">
          <a:solidFill>
            <a:schemeClr val="bg2"/>
          </a:solidFill>
          <a:effectLst/>
          <a:latin typeface="Corbel" pitchFamily="0" charset="0"/>
          <a:ea typeface="Corbel" pitchFamily="0" charset="0"/>
          <a:cs typeface="Corbel" pitchFamily="0" charset="0"/>
        </a:defRPr>
      </a:lvl8pPr>
      <a:lvl9pPr marL="344805" marR="0" indent="-173355" algn="l" defTabSz="914400">
        <a:lnSpc>
          <a:spcPct val="100000"/>
        </a:lnSpc>
        <a:spcBef>
          <a:spcPts val="0"/>
        </a:spcBef>
        <a:spcAft>
          <a:spcPts val="600"/>
        </a:spcAft>
        <a:buClrTx/>
        <a:buSzTx/>
        <a:buFont typeface="Arial" pitchFamily="2" charset="0"/>
        <a:buChar char="•"/>
        <a:tabLst/>
        <a:defRPr lang="en-us" sz="1100" b="0" i="0" u="none" strike="noStrike" kern="400000" cap="none" spc="0" baseline="0">
          <a:solidFill>
            <a:schemeClr val="bg2"/>
          </a:solidFill>
          <a:effectLst/>
          <a:latin typeface="Corbel" pitchFamily="0" charset="0"/>
          <a:ea typeface="Corbel" pitchFamily="0" charset="0"/>
          <a:cs typeface="Corbel" pitchFamily="0" charset="0"/>
        </a:defRPr>
      </a:lvl9pPr>
    </p:bodyStyle>
    <p:otherStyle>
      <a:lvl1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Microsoft New Tai Lue" pitchFamily="0" charset="0"/>
          <a:ea typeface="Microsoft New Tai Lue" pitchFamily="0" charset="0"/>
          <a:cs typeface="Microsoft New Tai Lue" pitchFamily="0" charset="0"/>
        </a:defRPr>
      </a:lvl1pPr>
      <a:lvl2pPr marL="4572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Microsoft New Tai Lue" pitchFamily="0" charset="0"/>
          <a:ea typeface="Microsoft New Tai Lue" pitchFamily="0" charset="0"/>
          <a:cs typeface="Microsoft New Tai Lue" pitchFamily="0" charset="0"/>
        </a:defRPr>
      </a:lvl2pPr>
      <a:lvl3pPr marL="9144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Microsoft New Tai Lue" pitchFamily="0" charset="0"/>
          <a:ea typeface="Microsoft New Tai Lue" pitchFamily="0" charset="0"/>
          <a:cs typeface="Microsoft New Tai Lue" pitchFamily="0" charset="0"/>
        </a:defRPr>
      </a:lvl3pPr>
      <a:lvl4pPr marL="13716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Microsoft New Tai Lue" pitchFamily="0" charset="0"/>
          <a:ea typeface="Microsoft New Tai Lue" pitchFamily="0" charset="0"/>
          <a:cs typeface="Microsoft New Tai Lue" pitchFamily="0" charset="0"/>
        </a:defRPr>
      </a:lvl4pPr>
      <a:lvl5pPr marL="18288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Microsoft New Tai Lue" pitchFamily="0" charset="0"/>
          <a:ea typeface="Microsoft New Tai Lue" pitchFamily="0" charset="0"/>
          <a:cs typeface="Microsoft New Tai Lue" pitchFamily="0" charset="0"/>
        </a:defRPr>
      </a:lvl5pPr>
      <a:lvl6pPr marL="22860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Microsoft New Tai Lue" pitchFamily="0" charset="0"/>
          <a:ea typeface="Microsoft New Tai Lue" pitchFamily="0" charset="0"/>
          <a:cs typeface="Microsoft New Tai Lue" pitchFamily="0" charset="0"/>
        </a:defRPr>
      </a:lvl6pPr>
      <a:lvl7pPr marL="27432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Microsoft New Tai Lue" pitchFamily="0" charset="0"/>
          <a:ea typeface="Microsoft New Tai Lue" pitchFamily="0" charset="0"/>
          <a:cs typeface="Microsoft New Tai Lue" pitchFamily="0" charset="0"/>
        </a:defRPr>
      </a:lvl7pPr>
      <a:lvl8pPr marL="32004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Microsoft New Tai Lue" pitchFamily="0" charset="0"/>
          <a:ea typeface="Microsoft New Tai Lue" pitchFamily="0" charset="0"/>
          <a:cs typeface="Microsoft New Tai Lue" pitchFamily="0" charset="0"/>
        </a:defRPr>
      </a:lvl8pPr>
      <a:lvl9pPr marL="36576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Microsoft New Tai Lue" pitchFamily="0" charset="0"/>
          <a:ea typeface="Microsoft New Tai Lue" pitchFamily="0" charset="0"/>
          <a:cs typeface="Microsoft New Tai Lue" pitchFamily="0" charset="0"/>
        </a:defRPr>
      </a:lvl9pPr>
    </p:otherStyle>
  </p:txStyles>
</p:sldMaster>
</file>

<file path=ppt/slides/_rels/slide1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hyperlink" Target="https://www.data.rio/documents/45fa86aa30374bfabd369e6d64179071/about" TargetMode="External"/></Relationships>
</file>

<file path=ppt/slides/_rels/slide3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www.cembra.org.br/sites/default/files/2024-10/Cap&#237;tulo%20XIII%20-%20Turismo%20Mar&#237;timo_Atualizado%20setembro%202023%20-%20Aprovado%20CCE%20100.pdf" TargetMode="External"/><Relationship Id="rId3" Type="http://schemas.openxmlformats.org/officeDocument/2006/relationships/hyperlink" Target="https://diariodoturismo.com.br/rio-recebe-mais-de-300-mil-visitantes-em-temporada-historica-de-cruzeiros/" TargetMode="External"/></Relationships>
</file>

<file path=ppt/slides/_rels/slide4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hyperlink" Target="https://portal.inmet.gov.br/dadoshistoricos" TargetMode="External"/><Relationship Id="rId3" Type="http://schemas.openxmlformats.org/officeDocument/2006/relationships/hyperlink" Target="https://www.kaggle.com/datasets/arunvithyasegar/daily-port-activity-data-and-trade-estimates" TargetMode="External"/><Relationship Id="rId4" Type="http://schemas.openxmlformats.org/officeDocument/2006/relationships/hyperlink" Target="https://www.kaggle.com/datasets/victorsoeiro/tourist-arrivals-in-rio-de-janeiro-20062019" TargetMode="External"/><Relationship Id="rId5" Type="http://schemas.openxmlformats.org/officeDocument/2006/relationships/hyperlink" Target="https://www.untourism.int/tourism-statistics/tourism-data-employment" TargetMode="External"/><Relationship Id="rId6" Type="http://schemas.openxmlformats.org/officeDocument/2006/relationships/hyperlink" Target="https://www.untourism.int/tourism-statistics/tourism-data-tourism-accommodation" TargetMode="External"/><Relationship Id="rId7" Type="http://schemas.openxmlformats.org/officeDocument/2006/relationships/image" Target="../media/image9.png"/><Relationship Id="rId8" Type="http://schemas.openxmlformats.org/officeDocument/2006/relationships/image" Target="../media/image10.jpeg"/></Relationships>
</file>

<file path=ppt/slides/_rels/slide7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8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4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0oGBf///wEAAAAAAAAAAAAAAAAAAAAAAAAAAAAAAAAAAAAAAAAAAAAAAAJ/f38AmZaDA8zMzADAwP8Af39/AAAAAAAAAAAAAAAAAAAAAAAAAAAAIQAAABgAAAAUAAAA0AIAADUCAADvMwAAFBMAABAAAAAmAAAACAAAAAEAAAAAAAAA"/>
              </a:ext>
            </a:extLst>
          </p:cNvSpPr>
          <p:nvPr>
            <p:ph type="ctrTitle"/>
          </p:nvPr>
        </p:nvSpPr>
        <p:spPr>
          <a:xfrm>
            <a:off x="457200" y="358775"/>
            <a:ext cx="7985125" cy="2742565"/>
          </a:xfrm>
        </p:spPr>
        <p:txBody>
          <a:bodyPr/>
          <a:lstStyle/>
          <a:p>
            <a:pPr>
              <a:defRPr lang="en-us"/>
            </a:pPr>
            <a:r>
              <a:t>Modelagem informacional</a:t>
            </a:r>
          </a:p>
        </p:txBody>
      </p:sp>
      <p:sp>
        <p:nvSpPr>
          <p:cNvPr id="3" name="Text Placeholder 2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C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0oGBf///wEAAAAAAAAAAAAAAAAAAAAAAAAAAAAAAAAAAAAAAAAAAAAAAAJ/f38AmZaDA8zMzADAwP8Af39/AAAAAAAAAAAAAAAAAAAAAAAAAAAAIQAAABgAAAAUAAAA0AIAAH8bAAAGDAAAfCUAABAAAAAmAAAACAAAAAGAAAAAAAAA"/>
              </a:ext>
            </a:extLst>
          </p:cNvSpPr>
          <p:nvPr>
            <p:ph type="body" idx="10"/>
          </p:nvPr>
        </p:nvSpPr>
        <p:spPr>
          <a:xfrm>
            <a:off x="457200" y="4469765"/>
            <a:ext cx="1497330" cy="1623695"/>
          </a:xfrm>
        </p:spPr>
        <p:txBody>
          <a:bodyPr/>
          <a:lstStyle>
            <a:lvl1pPr>
              <a:lnSpc>
                <a:spcPct val="100000"/>
              </a:lnSpc>
              <a:defRPr lang="en-us" sz="1300" cap="none">
                <a:solidFill>
                  <a:schemeClr val="tx2"/>
                </a:solidFill>
              </a:defRPr>
            </a:lvl1pPr>
            <a:lvl2pPr>
              <a:defRPr lang="en-us" b="1" cap="none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</a:p>
        </p:txBody>
      </p:sp>
      <p:sp>
        <p:nvSpPr>
          <p:cNvPr id="4" name="Text Placeholder 3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C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0oGBf///wEAAAAAAAAAAAAAAAAAAAAAAAAAAAAAAAAAAAAAAAAAAAAAAAJ/f38AmZaDA8zMzADAwP8Af39/AAAAAAAAAAAAAAAAAAAAAAAAAAAAIQAAABgAAAAUAAAAhRcAAOAfAAC7IAAAKiYAABAAAAAmAAAACAAAAAEAAAAAAAAA"/>
              </a:ext>
            </a:extLst>
          </p:cNvSpPr>
          <p:nvPr>
            <p:ph type="body" idx="11"/>
          </p:nvPr>
        </p:nvSpPr>
        <p:spPr>
          <a:xfrm>
            <a:off x="3823335" y="5181600"/>
            <a:ext cx="1497330" cy="1022350"/>
          </a:xfrm>
        </p:spPr>
        <p:txBody>
          <a:bodyPr/>
          <a:lstStyle/>
          <a:p>
            <a:pPr>
              <a:defRPr lang="en-us"/>
            </a:pPr>
            <a:r>
              <a:t>Outubro, 2025</a:t>
            </a:r>
          </a:p>
        </p:txBody>
      </p:sp>
      <p:sp>
        <p:nvSpPr>
          <p:cNvPr id="5" name="TextBox 1"/>
          <p:cNvSpPr>
            <a:extLst>
              <a:ext uri="smNativeData">
                <pr:smNativeData xmlns:pr="smNativeData" xmlns="smNativeData" val="SMDATA_15_mcIdaRMAAAAlAAAAZAAAAE0AAAAAkAAAAEgAAACQAAAAS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0oGBf///wEAAAAAAAAAAAAAAAAAAAAAAAAAAAAAAAAAAAAAAAAAAAAAAAB/f38AmZaDA8zMzADAwP8Af39/AAAAAAAAAAAAAAAAAAAAAAAAAAAAIQAAABgAAAAUAAAAyAIAAGMOAAB4NQAASRcAABAgAAAmAAAACAAAAP//////////"/>
              </a:ext>
            </a:extLst>
          </p:cNvSpPr>
          <p:nvPr/>
        </p:nvSpPr>
        <p:spPr>
          <a:xfrm>
            <a:off x="452120" y="2338705"/>
            <a:ext cx="8239760" cy="144653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91440" tIns="45720" rIns="91440" bIns="45720" numCol="1" spcCol="215900" anchor="t"/>
          <a:lstStyle/>
          <a:p>
            <a:pPr algn="ctr">
              <a:defRPr lang="en-us"/>
            </a:pPr>
            <a:r>
              <a:rPr lang="pt-br" sz="4400" b="1" cap="none">
                <a:solidFill>
                  <a:srgbClr val="00B0F0"/>
                </a:solidFill>
              </a:rPr>
              <a:t>Instruções para</a:t>
            </a:r>
            <a:endParaRPr lang="pt-br" sz="4400" b="1" cap="none">
              <a:solidFill>
                <a:srgbClr val="00B0F0"/>
              </a:solidFill>
            </a:endParaRPr>
          </a:p>
          <a:p>
            <a:pPr algn="ctr">
              <a:defRPr lang="en-us"/>
            </a:pPr>
            <a:r>
              <a:rPr lang="pt-br" sz="4400" b="1" cap="none">
                <a:solidFill>
                  <a:srgbClr val="00B0F0"/>
                </a:solidFill>
              </a:rPr>
              <a:t> trabalho de pipeline de dados</a:t>
            </a:r>
            <a:endParaRPr lang="pt-br" sz="4400" b="1" cap="none">
              <a:solidFill>
                <a:srgbClr val="00B0F0"/>
              </a:solidFill>
            </a:endParaRPr>
          </a:p>
        </p:txBody>
      </p:sp>
      <p:sp>
        <p:nvSpPr>
          <p:cNvPr id="6" name="Text Placeholder 5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C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0oGBf///wEAAAAAAAAAAAAAAAAAAAAAAAAAAAAAAAAAAAAAAAAAAAAAAAJ/f38AmZaDA8zMzADAwP8Af39/AAAAAAAAAAAAAAAAAAAAAAAAAAAAIQAAABgAAAAUAAAAciUAAOAfAABwNQAAKiYAABAAAAAmAAAACAAAAAEAAAAAAAAA"/>
              </a:ext>
            </a:extLst>
          </p:cNvSpPr>
          <p:nvPr>
            <p:ph type="body" idx="12"/>
          </p:nvPr>
        </p:nvSpPr>
        <p:spPr>
          <a:xfrm>
            <a:off x="6087110" y="5181600"/>
            <a:ext cx="2599690" cy="1022350"/>
          </a:xfrm>
        </p:spPr>
        <p:txBody>
          <a:bodyPr/>
          <a:lstStyle/>
          <a:p>
            <a:pPr>
              <a:defRPr lang="en-us"/>
            </a:pPr>
            <a:r>
              <a:t>Júlio César Chaves</a:t>
            </a:r>
          </a:p>
          <a:p>
            <a:pPr>
              <a:defRPr lang="en-us"/>
            </a:pPr>
            <a:r>
              <a:t>julio.cesar.chaves@prof.fgv.edu.br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23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GVkaXU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0oGBf///wEAAAAAAAAAAAAAAAAAAAAAAAAAAAAAAAAAAAAAAAAAAAAAAAJ/f38AmZaDA8zMzADAwP8Af39/AAAAAAAAAAAAAAAAAAAAAAAAAAAAIQAAABgAAAAUAAAA0AIAADgEAABjFgAAxgs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>
              <a:defRPr lang="en-us"/>
            </a:pPr>
            <a:r>
              <a:rPr lang="pt-br" cap="none"/>
              <a:t>Guia</a:t>
            </a:r>
            <a:endParaRPr lang="pt-br" cap="none"/>
          </a:p>
        </p:txBody>
      </p:sp>
      <p:sp>
        <p:nvSpPr>
          <p:cNvPr id="3" name="Espaço Reservado para Conteúdo 24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0oGBf///wEAAAAAAAAAAAAAAAAAAAAAAAAAAAAAAAAAAAAAAAAAAAAAAAJ/f38AmZaDA8zMzADAwP8Af39/AAAAAAAAAAAAAAAAAAAAAAAAAAAAIQAAABgAAAAUAAAAjBcAADgEAABwNQAAAiYAABAAAAAmAAAACAAAAAGAAAAAAAAA"/>
              </a:ext>
            </a:extLst>
          </p:cNvSpPr>
          <p:nvPr>
            <p:ph type="body" idx="1"/>
          </p:nvPr>
        </p:nvSpPr>
        <p:spPr>
          <a:xfrm>
            <a:off x="3827780" y="685800"/>
            <a:ext cx="4859020" cy="5492750"/>
          </a:xfrm>
        </p:spPr>
        <p:txBody>
          <a:bodyPr/>
          <a:lstStyle/>
          <a:p>
            <a:pPr>
              <a:defRPr lang="en-us"/>
            </a:pPr>
            <a:r>
              <a:rPr lang="pt-br" cap="none"/>
              <a:t>O trabalho está composto em duas partes:</a:t>
            </a:r>
            <a:endParaRPr lang="pt-br" cap="none"/>
          </a:p>
          <a:p>
            <a:pPr>
              <a:defRPr lang="en-us"/>
            </a:pPr>
            <a:r>
              <a:rPr lang="pt-br" cap="none"/>
              <a:t>Parte I</a:t>
            </a:r>
            <a:endParaRPr lang="pt-br" cap="none"/>
          </a:p>
          <a:p>
            <a:pPr lvl="1">
              <a:defRPr lang="en-us"/>
            </a:pPr>
            <a:r>
              <a:rPr lang="pt-br" cap="none"/>
              <a:t>Preencher a visão de alto nível de um pipeline de dados para uma pergunta definida.</a:t>
            </a:r>
            <a:endParaRPr lang="pt-br" cap="none"/>
          </a:p>
          <a:p>
            <a:pPr>
              <a:defRPr lang="en-us"/>
            </a:pPr>
            <a:r>
              <a:rPr lang="pt-br" cap="none"/>
              <a:t>Parte II</a:t>
            </a:r>
            <a:endParaRPr lang="pt-br" cap="none"/>
          </a:p>
          <a:p>
            <a:pPr lvl="1">
              <a:defRPr lang="en-us"/>
            </a:pPr>
            <a:r>
              <a:rPr lang="pt-br" cap="none"/>
              <a:t>Dois slides com texto dissertativo compartilhando uma reflexão sobre os V’s do Big Data relacionados ao quadro preenchido na </a:t>
            </a:r>
            <a:r>
              <a:rPr lang="pt-br" b="1" cap="none"/>
              <a:t>Parte I</a:t>
            </a:r>
            <a:r>
              <a:rPr lang="pt-br" cap="none"/>
              <a:t>.</a:t>
            </a:r>
            <a:endParaRPr lang="pt-br" cap="none"/>
          </a:p>
          <a:p>
            <a:pPr lvl="1">
              <a:defRPr lang="en-us"/>
            </a:pPr>
            <a:endParaRPr lang="pt-br" cap="none"/>
          </a:p>
          <a:p>
            <a:pPr>
              <a:defRPr lang="en-us"/>
            </a:pPr>
            <a:r>
              <a:rPr lang="pt-br" cap="none"/>
              <a:t>Você está recebendo:</a:t>
            </a:r>
            <a:endParaRPr lang="pt-br" cap="none"/>
          </a:p>
          <a:p>
            <a:pPr lvl="1">
              <a:defRPr lang="en-us"/>
            </a:pPr>
            <a:r>
              <a:rPr lang="pt-br" cap="none"/>
              <a:t>A URL da </a:t>
            </a:r>
            <a:r>
              <a:rPr lang="pt-br" cap="none">
                <a:hlinkClick r:id="rId2"/>
              </a:rPr>
              <a:t>DATA.RIO</a:t>
            </a:r>
            <a:r>
              <a:rPr lang="pt-br" cap="none"/>
              <a:t> que descreve e disponibiliza os dados que foram usados para montar este exercício.</a:t>
            </a:r>
            <a:endParaRPr lang="pt-br" cap="none"/>
          </a:p>
        </p:txBody>
      </p:sp>
      <p:sp>
        <p:nvSpPr>
          <p:cNvPr id="4" name="Espaço Reservado para Texto 25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BEEAQ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0oGBf///wEAAAAAAAAAAAAAAAAAAAAAAAAAAAAAAAAAAAAAAAAAAAAAAAJ/f38AmZaDA8zMzADAwP8Af39/AAAAAAAAAAAAAAAAAAAAAAAAAAAAIQAAABgAAAAUAAAAAQgAAGonAAB1MQAAMCoAABAAAAAmAAAACAAAAAAAAAAAAAAA"/>
              </a:ext>
            </a:extLst>
          </p:cNvSpPr>
          <p:nvPr>
            <p:ph type="body" idx="10"/>
          </p:nvPr>
        </p:nvSpPr>
        <p:spPr/>
        <p:txBody>
          <a:bodyPr/>
          <a:lstStyle/>
          <a:p>
            <a:pPr>
              <a:defRPr lang="en-us"/>
            </a:pPr>
            <a:endParaRPr lang="pt-br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0oGBf///wEAAAAAAAAAAAAAAAAAAAAAAAAAAAAAAAAAAAAAAAAAAAAAAAJ/f38AmZaDA8zMzADAwP8Af39/AAAAAAAAAAAAAAAAAAAAAAAAAAAAIQAAABgAAAAUAAAA0AIAADgEAABjFgAAxgs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>
              <a:defRPr lang="en-us"/>
            </a:pPr>
            <a:r>
              <a:rPr lang="pt-br" cap="none"/>
              <a:t>A pergunta:</a:t>
            </a:r>
            <a:endParaRPr lang="pt-br" cap="none"/>
          </a:p>
        </p:txBody>
      </p:sp>
      <p:sp>
        <p:nvSpPr>
          <p:cNvPr id="3" name="Espaço Reservado para Conteúdo 2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Ng5Byg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0oGBf///wEAAAAAAAAAAAAAAAAAAAAAAAAAAAAAAAAAAAAAAAAAAAAAAAJ/f38AmZaDA8zMzADAwP8Af39/AAAAAAAAAAAAAAAAAAAAAAAAAAAAIQAAABgAAAAUAAAAjhcAADgEAABwNQAAAiYAAAAAAAAmAAAACAAAAAGAAAAAAAAA"/>
              </a:ext>
            </a:extLst>
          </p:cNvSpPr>
          <p:nvPr>
            <p:ph type="body" idx="1"/>
          </p:nvPr>
        </p:nvSpPr>
        <p:spPr>
          <a:xfrm>
            <a:off x="3829050" y="685800"/>
            <a:ext cx="4857750" cy="5492750"/>
          </a:xfrm>
        </p:spPr>
        <p:txBody>
          <a:bodyPr/>
          <a:lstStyle/>
          <a:p>
            <a:pPr lvl="1">
              <a:defRPr lang="en-us"/>
            </a:pPr>
            <a:r>
              <a:rPr lang="pt-br" cap="none"/>
              <a:t>Cenário Real</a:t>
            </a:r>
            <a:endParaRPr lang="pt-br" cap="none"/>
          </a:p>
          <a:p>
            <a:pPr lvl="2">
              <a:defRPr lang="en-us"/>
            </a:pPr>
            <a:r>
              <a:rPr lang="pt-br" kern="1" cap="none"/>
              <a:t>O turismo marítimo representa uma parcela importante do turismo internacional no Rio de Janeiro. Em 2019, dos 6,3 milhões de turistas internacionais que chegaram ao Brasil, 123.127 desembarcaram por via marítima. O Rio de Janeiro liderou o ranking de chegadas por mar com 53.745 turistas estrangeiros. A temporada de cruzeiros 2024/2025 no Rio recebeu mais de 327 mil visitantes no Pier Mauá, com 36 navios (25 internacionais e 11 nacionais), totalizando 107 atracações. Esse crescimento expressivo demonstra a importância de uma análise de dados robusta para o planejamento do setor.</a:t>
            </a:r>
            <a:endParaRPr lang="pt-br" kern="1" cap="none"/>
          </a:p>
          <a:p>
            <a:pPr lvl="1">
              <a:defRPr lang="en-us"/>
            </a:pPr>
            <a:r>
              <a:rPr lang="pt-br" cap="none"/>
              <a:t>Pergunta de Negócio</a:t>
            </a:r>
            <a:endParaRPr lang="pt-br" cap="none"/>
          </a:p>
          <a:p>
            <a:pPr lvl="2">
              <a:defRPr lang="en-us"/>
            </a:pPr>
            <a:r>
              <a:rPr lang="pt-br" kern="1" cap="none"/>
              <a:t>Quais são os principais mercados emissores de turistas (países de origem) por via marítima para o Rio de Janeiro e qual é a sazonalidade dessas chegadas? </a:t>
            </a:r>
            <a:endParaRPr lang="pt-br" kern="1" cap="none"/>
          </a:p>
          <a:p>
            <a:pPr lvl="2">
              <a:defRPr lang="en-us"/>
            </a:pPr>
            <a:r>
              <a:rPr lang="pt-br" kern="1" cap="none"/>
              <a:t>Como essas informações podem orientar estratégias de marketing internacional e planejamento da infraestrutura portuária?</a:t>
            </a:r>
            <a:endParaRPr lang="pt-br" kern="1" cap="none"/>
          </a:p>
          <a:p>
            <a:pPr lvl="2">
              <a:defRPr lang="en-us"/>
            </a:pPr>
            <a:endParaRPr lang="pt-br" kern="1" cap="none"/>
          </a:p>
          <a:p>
            <a:pPr lvl="2">
              <a:defRPr lang="en-us"/>
            </a:pPr>
            <a:r>
              <a:rPr lang="pt-br" kern="1" cap="none"/>
              <a:t>Subquestões para Análise</a:t>
            </a:r>
            <a:endParaRPr lang="pt-br" kern="1" cap="none"/>
          </a:p>
          <a:p>
            <a:pPr lvl="3">
              <a:defRPr lang="en-us"/>
            </a:pPr>
            <a:r>
              <a:rPr lang="pt-br" kern="1" cap="none"/>
              <a:t>Quais continentes e países representam os maiores volumes de turistas por via marítima?  Existe sazonalidade significativa nas chegadas?  Em quais meses há picos e vales?  Como a origem geográfica dos turistas se relaciona com os padrões mensais de chegada?  Que recomendações podem ser feitas para campanhas de marketing direcionadas? Como otimizar a alocação de recursos da infraestrutura portuária ao longo do ano?</a:t>
            </a:r>
            <a:endParaRPr lang="pt-br" kern="1" cap="none"/>
          </a:p>
        </p:txBody>
      </p:sp>
      <p:sp>
        <p:nvSpPr>
          <p:cNvPr id="4" name="Espaço Reservado para Texto 3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HIAdQ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0oGBf///wEAAAAAAAAAAAAAAAAAAAAAAAAAAAAAAAAAAAAAAAAAAAAAAAJ/f38AmZaDA8zMzADAwP8Af39/AAAAAAAAAAAAAAAAAAAAAAAAAAAAIQAAABgAAAAUAAAAAQgAAGonAAB1MQAAMCoAABAAAAAmAAAACAAAAAAAAAAAAAAA"/>
              </a:ext>
            </a:extLst>
          </p:cNvSpPr>
          <p:nvPr>
            <p:ph type="body" idx="10"/>
          </p:nvPr>
        </p:nvSpPr>
        <p:spPr/>
        <p:txBody>
          <a:bodyPr/>
          <a:lstStyle/>
          <a:p>
            <a:pPr>
              <a:defRPr lang="en-us"/>
            </a:pPr>
            <a:r>
              <a:rPr lang="pt-br" cap="none">
                <a:hlinkClick r:id="rId2"/>
              </a:rPr>
              <a:t>www</a:t>
            </a:r>
            <a:r>
              <a:rPr lang="pt-br" cap="none"/>
              <a:t> </a:t>
            </a:r>
            <a:r>
              <a:rPr lang="pt-br" cap="none">
                <a:hlinkClick r:id="rId3"/>
              </a:rPr>
              <a:t>www</a:t>
            </a:r>
            <a:r>
              <a:rPr lang="pt-br" cap="none"/>
              <a:t>  </a:t>
            </a:r>
            <a:endParaRPr lang="pt-br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BED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0oGBf///wEAAAAAAAAAAAAAAAAAAAAAAAAAAAAAAAAAAAAAAAAAAAAAAAJ/f38AmZaDA8zMzADAwP8Af39/AAAAAAAAAAAAAAAAAAAAAAAAAAAAIQAAABgAAAAUAAAA0AIAADgEAABjFgAAxgs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>
              <a:defRPr lang="en-us"/>
            </a:pPr>
            <a:r>
              <a:rPr lang="pt-br" cap="none"/>
              <a:t>A rúbrica</a:t>
            </a:r>
            <a:endParaRPr lang="pt-br" cap="none"/>
          </a:p>
        </p:txBody>
      </p:sp>
      <p:sp>
        <p:nvSpPr>
          <p:cNvPr id="3" name="Espaço Reservado para Conteúdo 2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0oGBf///wEAAAAAAAAAAAAAAAAAAAAAAAAAAAAAAAAAAAAAAAAAAAAAAAJ/f38AmZaDA8zMzADAwP8Af39/AAAAAAAAAAAAAAAAAAAAAAAAAAAAIQAAABgAAAAUAAAAjhcAADgEAABwNQAAAiYAABAAAAAmAAAACAAAAAGAAAAAAAAA"/>
              </a:ext>
            </a:extLst>
          </p:cNvSpPr>
          <p:nvPr>
            <p:ph type="body" idx="1"/>
          </p:nvPr>
        </p:nvSpPr>
        <p:spPr>
          <a:xfrm>
            <a:off x="3829050" y="685800"/>
            <a:ext cx="4857750" cy="5492750"/>
          </a:xfrm>
        </p:spPr>
        <p:txBody>
          <a:bodyPr/>
          <a:lstStyle/>
          <a:p>
            <a:pPr lvl="1">
              <a:defRPr lang="en-us"/>
            </a:pPr>
            <a:r>
              <a:rPr lang="pt-br" cap="none"/>
              <a:t>Critérios objetivos distribuídos em 5 dimensões principais:</a:t>
            </a:r>
            <a:endParaRPr lang="pt-br" cap="none"/>
          </a:p>
          <a:p>
            <a:pPr lvl="1">
              <a:defRPr lang="en-us"/>
            </a:pPr>
            <a:endParaRPr lang="pt-br" cap="none"/>
          </a:p>
          <a:p>
            <a:pPr lvl="1">
              <a:defRPr lang="en-us"/>
            </a:pPr>
            <a:r>
              <a:rPr lang="pt-br" cap="none"/>
              <a:t>Parte I - Visão em alto nível do pipeline de dados – 50%</a:t>
            </a:r>
            <a:endParaRPr lang="pt-br" cap="none"/>
          </a:p>
          <a:p>
            <a:pPr lvl="2">
              <a:defRPr lang="en-us"/>
            </a:pPr>
            <a:r>
              <a:rPr lang="pt-br" kern="1" cap="none"/>
              <a:t>0 - Insuficiente – não descreveu nenhuma fonte ou transformação que respondesse a pergunta.</a:t>
            </a:r>
            <a:endParaRPr lang="pt-br" kern="1" cap="none"/>
          </a:p>
          <a:p>
            <a:pPr lvl="2">
              <a:defRPr lang="en-us"/>
            </a:pPr>
            <a:r>
              <a:rPr lang="pt-br" kern="1" cap="none"/>
              <a:t>30% - Básico – considerou uma fonte e uma transformação para responder a pergunta.</a:t>
            </a:r>
            <a:endParaRPr lang="pt-br" kern="1" cap="none"/>
          </a:p>
          <a:p>
            <a:pPr lvl="2">
              <a:defRPr lang="en-us"/>
            </a:pPr>
            <a:r>
              <a:rPr lang="pt-br" kern="1" cap="none"/>
              <a:t>40% - Proficiente – considerou no mínimo 3 fontes, +3 transformações para responder a pergunta.</a:t>
            </a:r>
            <a:endParaRPr lang="pt-br" kern="1" cap="none"/>
          </a:p>
          <a:p>
            <a:pPr lvl="2">
              <a:defRPr lang="en-us"/>
            </a:pPr>
            <a:r>
              <a:rPr lang="pt-br" kern="1" cap="none"/>
              <a:t>50% Avançado – considerou +3 fontes, +5 transformações, respondendo a pergunta de forma plena, inclusive cobrindo as sugestões de análise.</a:t>
            </a:r>
            <a:endParaRPr lang="pt-br" kern="1" cap="none"/>
          </a:p>
          <a:p>
            <a:pPr lvl="1">
              <a:defRPr lang="en-us"/>
            </a:pPr>
            <a:endParaRPr lang="pt-br" cap="none"/>
          </a:p>
          <a:p>
            <a:pPr lvl="1">
              <a:defRPr lang="en-us"/>
            </a:pPr>
            <a:r>
              <a:rPr lang="pt-br" cap="none"/>
              <a:t>Parte II – Reflexões Big data vs cenário de negócio – 50%</a:t>
            </a:r>
            <a:endParaRPr lang="pt-br" cap="none"/>
          </a:p>
          <a:p>
            <a:pPr lvl="2">
              <a:defRPr lang="en-us"/>
            </a:pPr>
            <a:r>
              <a:rPr lang="pt-br" kern="1" cap="none"/>
              <a:t>0 - Insuficiente – não refletiu, apresentou texto desconexo ou feito pelo GPT.</a:t>
            </a:r>
            <a:endParaRPr lang="pt-br" kern="1" cap="none"/>
          </a:p>
          <a:p>
            <a:pPr lvl="2">
              <a:defRPr lang="en-us"/>
            </a:pPr>
            <a:r>
              <a:rPr lang="pt-br" kern="1" cap="none"/>
              <a:t>30% - Básico – cumpriu a tarefa de forma superficial.</a:t>
            </a:r>
            <a:endParaRPr lang="pt-br" kern="1" cap="none"/>
          </a:p>
          <a:p>
            <a:pPr lvl="2">
              <a:defRPr lang="en-us"/>
            </a:pPr>
            <a:r>
              <a:rPr lang="pt-br" kern="1" cap="none"/>
              <a:t>40% - Proficiente – apresentou um texto bem elaborado, estruturado e sem erros de português.</a:t>
            </a:r>
            <a:endParaRPr lang="pt-br" kern="1" cap="none"/>
          </a:p>
          <a:p>
            <a:pPr lvl="2">
              <a:defRPr lang="en-us"/>
            </a:pPr>
            <a:r>
              <a:rPr lang="pt-br" kern="1" cap="none"/>
              <a:t>50% Avançado – além de ser proficiente, agregou exemplos expandidos conectados ao mesmo tema.</a:t>
            </a:r>
            <a:endParaRPr lang="pt-br" kern="1" cap="none"/>
          </a:p>
          <a:p>
            <a:pPr lvl="1">
              <a:defRPr lang="en-us"/>
            </a:pPr>
            <a:endParaRPr lang="pt-br" cap="none"/>
          </a:p>
        </p:txBody>
      </p:sp>
      <p:sp>
        <p:nvSpPr>
          <p:cNvPr id="4" name="Espaço Reservado para Texto 3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Fcsg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0oGBf///wEAAAAAAAAAAAAAAAAAAAAAAAAAAAAAAAAAAAAAAAAAAAAAAAJ/f38AmZaDA8zMzADAwP8Af39/AAAAAAAAAAAAAAAAAAAAAAAAAAAAIQAAABgAAAAUAAAAAQgAAGonAAB1MQAAMCoAABAAAAAmAAAACAAAAAAAAAAAAAAA"/>
              </a:ext>
            </a:extLst>
          </p:cNvSpPr>
          <p:nvPr>
            <p:ph type="body" idx="10"/>
          </p:nvPr>
        </p:nvSpPr>
        <p:spPr/>
        <p:txBody>
          <a:bodyPr/>
          <a:lstStyle/>
          <a:p>
            <a:pPr>
              <a:defRPr lang="en-us"/>
            </a:p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 noChangeArrowheads="1"/>
            <a:extLst>
              <a:ext uri="smNativeData">
                <pr:smNativeData xmlns:pr="smNativeData" xmlns="smNativeData" val="SMDATA_15_mcIdaRMAAAAlAAAAZAAAAE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EAA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0oGBf///wEAAAAAAAAAAAAAAAAAAAAAAAAAAAAAAAAAAAAAAAAAAAAAAAJ/f38AmZaDA8zMzADAwP8Af39/AAAAAAAAAAAAAAAAAAAAAAAAAAAAIQAAABgAAAAUAAAA0AIAAKwXAADUHAAA4xwAABAgAAAmAAAACAAAAAEAAAAAAAAA"/>
              </a:ext>
            </a:extLst>
          </p:cNvSpPr>
          <p:nvPr>
            <p:ph type="title"/>
          </p:nvPr>
        </p:nvSpPr>
        <p:spPr>
          <a:xfrm>
            <a:off x="457200" y="3848100"/>
            <a:ext cx="4229100" cy="847725"/>
          </a:xfrm>
        </p:spPr>
        <p:txBody>
          <a:bodyPr/>
          <a:lstStyle/>
          <a:p>
            <a:pPr>
              <a:defRPr lang="en-us"/>
            </a:pPr>
            <a:r>
              <a:rPr lang="pt-br" cap="none"/>
              <a:t>Parte I</a:t>
            </a:r>
            <a:endParaRPr lang="pt-br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Número de Slide 1"/>
          <p:cNvSpPr txBox="1">
            <a:spLocks noGrp="1" noChangeArrowheads="1"/>
            <a:extLst>
              <a:ext uri="smNativeData">
                <pr:smNativeData xmlns:pr="smNativeData" xmlns="smNativeData" val="SMDATA_15_mcIdaRMAAAAlAAAAEg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mZaDA8zMzADAwP8Af39/AAAAAAAAAAAAAAAAAAAAAAAAAAAAIQAAABgAAAAUAAAAWzQAAKgnAACXNgAAECkAABAAAAAmAAAACAAAAIGBAAAAAAAA"/>
              </a:ext>
            </a:extLst>
          </p:cNvSpPr>
          <p:nvPr>
            <p:ph type="sldNum" idx="12"/>
          </p:nvPr>
        </p:nvSpPr>
        <p:spPr>
          <a:xfrm>
            <a:off x="8510905" y="6446520"/>
            <a:ext cx="363220" cy="228600"/>
          </a:xfrm>
          <a:prstGeom prst="rect">
            <a:avLst/>
          </a:prstGeom>
        </p:spPr>
        <p:txBody>
          <a:bodyPr vert="horz" wrap="square" lIns="91440" tIns="45720" rIns="91440" bIns="45720" numCol="1" spcCol="215900" anchor="t">
            <a:prstTxWarp prst="textNoShape">
              <a:avLst/>
            </a:prstTxWarp>
          </a:bodyPr>
          <a:lstStyle/>
          <a:p>
            <a:pPr>
              <a:defRPr lang="en-us"/>
            </a:pPr>
            <a:r>
              <a:t>.</a:t>
            </a:r>
          </a:p>
        </p:txBody>
      </p:sp>
      <p:sp>
        <p:nvSpPr>
          <p:cNvPr id="3" name="Título 2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0oGBf///wEAAAAAAAAAAAAAAAAAAAAAAAAAAAAAAAAAAAAAAAAAAAAAAAJ/f38AmZaDA8zMzADAwP8Af39/AAAAAAAAAAAAAAAAAAAAAAAAAAAAIQAAABgAAAAUAAAAeAMAAGIDAAAANQAAwgYAABAAAAAmAAAACAAAAAEAAAAAAAAA"/>
              </a:ext>
            </a:extLst>
          </p:cNvSpPr>
          <p:nvPr>
            <p:ph type="title"/>
          </p:nvPr>
        </p:nvSpPr>
        <p:spPr>
          <a:xfrm>
            <a:off x="563880" y="549910"/>
            <a:ext cx="8051800" cy="548640"/>
          </a:xfrm>
        </p:spPr>
        <p:txBody>
          <a:bodyPr/>
          <a:lstStyle/>
          <a:p>
            <a:pPr>
              <a:defRPr lang="en-us"/>
            </a:pPr>
            <a:r>
              <a:rPr lang="pt-br" cap="none"/>
              <a:t>Visão em alto nível do pipeline de dados</a:t>
            </a:r>
            <a:endParaRPr lang="pt-br" cap="none"/>
          </a:p>
        </p:txBody>
      </p:sp>
      <p:sp>
        <p:nvSpPr>
          <p:cNvPr id="4" name="Espaço Reservado para Conteúdo 3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0oGBf///wEAAAAAAAAAAAAAAAAAAAAAAAAAAAAAAAAAAAAAAAAAAAAAAAJ/f38AmZaDA8zMzADAwP8Af39/AAAAAAAAAAAAAAAAAAAAAAAAAAAAIQAAABgAAAAUAAAAqQMAAIYMAABkEQAABCIAAAAAAAAmAAAACAAAAIGAAAAAAAAA"/>
              </a:ext>
            </a:extLst>
          </p:cNvSpPr>
          <p:nvPr>
            <p:ph type="body" idx="22"/>
          </p:nvPr>
        </p:nvSpPr>
        <p:spPr>
          <a:xfrm>
            <a:off x="594995" y="2035810"/>
            <a:ext cx="2232025" cy="3493770"/>
          </a:xfrm>
        </p:spPr>
        <p:txBody>
          <a:bodyPr vert="horz" wrap="square" lIns="0" tIns="0" rIns="0" bIns="0" numCol="1" spcCol="215900" anchor="t">
            <a:prstTxWarp prst="textNoShape">
              <a:avLst/>
            </a:prstTxWarp>
          </a:bodyPr>
          <a:lstStyle>
            <a:lvl1pPr marL="0" indent="0" algn="ctr">
              <a:buNone/>
              <a:defRPr lang="en-us" sz="1500" cap="none">
                <a:solidFill>
                  <a:schemeClr val="tx2"/>
                </a:solidFill>
                <a:latin typeface="Microsoft New Tai Lue" pitchFamily="0" charset="0"/>
                <a:ea typeface="Corbel" pitchFamily="0" charset="0"/>
                <a:cs typeface="Corbel" pitchFamily="0" charset="0"/>
              </a:defRPr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pt-br" sz="1200" cap="none"/>
            </a:pPr>
            <a:r>
              <a:t>(1) </a:t>
            </a:r>
            <a:r>
              <a:rPr lang="pt-br" cap="none">
                <a:hlinkClick r:id="rId2"/>
              </a:rPr>
              <a:t>Base de dados sobre clima no Brasil</a:t>
            </a:r>
            <a:endParaRPr lang="pt-br" cap="none">
              <a:hlinkClick r:id="rId2"/>
            </a:endParaRPr>
          </a:p>
          <a:p>
            <a:pPr>
              <a:defRPr lang="pt-br" sz="1200" cap="none"/>
            </a:pPr>
            <a:r>
              <a:t>(2) </a:t>
            </a:r>
            <a:r>
              <a:rPr lang="pt-br" cap="none">
                <a:hlinkClick r:id="rId3"/>
              </a:rPr>
              <a:t>Base de dados sobre portuários no mundo</a:t>
            </a:r>
          </a:p>
          <a:p>
            <a:pPr>
              <a:defRPr lang="pt-br" sz="1200" cap="none"/>
            </a:pPr>
            <a:r>
              <a:t>(3) </a:t>
            </a:r>
            <a:r>
              <a:rPr lang="pt-br" cap="none">
                <a:hlinkClick r:id="rId4"/>
              </a:rPr>
              <a:t>Base de dados sobre tipo de turistas na cidade do Rio de Janeiro</a:t>
            </a:r>
          </a:p>
          <a:p>
            <a:pPr>
              <a:defRPr lang="pt-br" sz="1200" cap="none"/>
            </a:pPr>
            <a:r>
              <a:t>(4) </a:t>
            </a:r>
            <a:r>
              <a:rPr lang="pt-br" cap="none">
                <a:hlinkClick r:id="rId5"/>
              </a:rPr>
              <a:t>Base de dados sobre empregos gerados por turismo no mundo</a:t>
            </a:r>
          </a:p>
          <a:p>
            <a:pPr>
              <a:defRPr lang="pt-br" sz="1200" cap="none"/>
            </a:pPr>
            <a:r>
              <a:t>(5) </a:t>
            </a:r>
            <a:r>
              <a:rPr lang="pt-br" cap="none">
                <a:hlinkClick r:id="rId6"/>
              </a:rPr>
              <a:t>Base de dados sobre acomodações de turistas em hotéis ou similares no mundo</a:t>
            </a:r>
          </a:p>
        </p:txBody>
      </p:sp>
      <p:sp>
        <p:nvSpPr>
          <p:cNvPr id="5" name="Espaço Reservado para Texto 4"/>
          <p:cNvSpPr>
            <a:spLocks noGrp="1" noChangeArrowheads="1"/>
            <a:extLst>
              <a:ext uri="smNativeData">
                <pr:smNativeData xmlns:pr="smNativeData" xmlns="smNativeData" val="SMDATA_15_mcIdaRMAAAAlAAAAZAAAAA0AAAAAkAAAAAAAAAAAAAAAAAAAAAAAAAAB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mZaDA8zMzADAwP8Af39/AAAAAAAAAAAAAAAAAAAAAAAAAAAAIQAAABgAAAAUAAAAmgEAAD4jAADmEgAA8yUAABAAAAAmAAAACAAAAAGAAAAAAAAA"/>
              </a:ext>
            </a:extLst>
          </p:cNvSpPr>
          <p:nvPr>
            <p:ph type="body" idx="12"/>
          </p:nvPr>
        </p:nvSpPr>
        <p:spPr>
          <a:xfrm>
            <a:off x="260350" y="5728970"/>
            <a:ext cx="2811780" cy="440055"/>
          </a:xfr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1500" b="0" cap="none">
                <a:solidFill>
                  <a:schemeClr val="bg1"/>
                </a:solidFill>
                <a:latin typeface="Amazon Ember Display" pitchFamily="0" charset="0"/>
                <a:ea typeface="Corbel" pitchFamily="0" charset="0"/>
                <a:cs typeface="Corbel" pitchFamily="0" charset="0"/>
              </a:defRPr>
            </a:lvl1pPr>
            <a:lvl2pPr marL="342900" indent="0">
              <a:buNone/>
              <a:defRPr lang="en-us" sz="1500" b="1" cap="none"/>
            </a:lvl2pPr>
            <a:lvl3pPr marL="685800" indent="0">
              <a:buNone/>
              <a:defRPr lang="en-us" sz="1350" b="1" cap="none"/>
            </a:lvl3pPr>
            <a:lvl4pPr marL="1028700" indent="0">
              <a:buNone/>
              <a:defRPr lang="en-us" sz="1200" b="1" cap="none"/>
            </a:lvl4pPr>
            <a:lvl5pPr marL="1371600" indent="0">
              <a:buNone/>
              <a:defRPr lang="en-us" sz="1200" b="1" cap="none"/>
            </a:lvl5pPr>
            <a:lvl6pPr marL="1714500" indent="0">
              <a:buNone/>
              <a:defRPr lang="en-us" sz="1200" b="1" cap="none"/>
            </a:lvl6pPr>
            <a:lvl7pPr marL="2057400" indent="0">
              <a:buNone/>
              <a:defRPr lang="en-us" sz="1200" b="1" cap="none"/>
            </a:lvl7pPr>
            <a:lvl8pPr marL="2400300" indent="0">
              <a:buNone/>
              <a:defRPr lang="en-us" sz="1200" b="1" cap="none"/>
            </a:lvl8pPr>
            <a:lvl9pPr marL="2743200" indent="0">
              <a:buNone/>
              <a:defRPr lang="en-us" sz="1200" b="1" cap="none"/>
            </a:lvl9pPr>
          </a:lstStyle>
          <a:p>
            <a:pPr>
              <a:defRPr lang="en-us"/>
            </a:pPr>
            <a:r>
              <a:rPr lang="pt-br" cap="none"/>
              <a:t>Entrada</a:t>
            </a:r>
            <a:endParaRPr lang="pt-br" cap="none"/>
          </a:p>
        </p:txBody>
      </p:sp>
      <p:sp>
        <p:nvSpPr>
          <p:cNvPr id="6" name="Espaço Reservado para Conteúdo 5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0oGBf///wEAAAAAAAAAAAAAAAAAAAAAAAAAAAAAAAAAAAAAAAAAAAAAAAJ/f38AmZaDA8zMzADAwP8Af39/AAAAAAAAAAAAAAAAAAAAAAAAAAAAIQAAABgAAAAUAAAAdxUAAIYMAAAyIwAABCIAAAAAAAAmAAAACAAAAIGAAAAAAAAA"/>
              </a:ext>
            </a:extLst>
          </p:cNvSpPr>
          <p:nvPr>
            <p:ph type="body" idx="10"/>
          </p:nvPr>
        </p:nvSpPr>
        <p:spPr>
          <a:xfrm>
            <a:off x="3489325" y="2035810"/>
            <a:ext cx="2232025" cy="3493770"/>
          </a:xfrm>
        </p:spPr>
        <p:txBody>
          <a:bodyPr vert="horz" wrap="square" lIns="0" tIns="0" rIns="0" bIns="0" numCol="1" spcCol="215900" anchor="t">
            <a:prstTxWarp prst="textNoShape">
              <a:avLst/>
            </a:prstTxWarp>
          </a:bodyPr>
          <a:lstStyle>
            <a:lvl1pPr marL="0" indent="0" algn="ctr">
              <a:buNone/>
              <a:defRPr lang="en-us" sz="1500" cap="none">
                <a:solidFill>
                  <a:schemeClr val="tx2"/>
                </a:solidFill>
                <a:latin typeface="Microsoft New Tai Lue" pitchFamily="0" charset="0"/>
                <a:ea typeface="Corbel" pitchFamily="0" charset="0"/>
                <a:cs typeface="Corbel" pitchFamily="0" charset="0"/>
              </a:defRPr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pt-br" sz="900" cap="none"/>
            </a:pPr>
            <a:r>
              <a:t>(1) Filtrar todos os datasets para mostrar apenas dados da cidade do Rio de Janeiro (bases 1, 2, 4 e 5)</a:t>
            </a:r>
          </a:p>
          <a:p>
            <a:pPr>
              <a:defRPr lang="pt-br" sz="900" cap="none"/>
            </a:pPr>
            <a:r>
              <a:t>(2) Fazer vários tratamentos de dados, tais como tirar espaços em branco, tirar a visualização em árveore, converter arquivos .xlsx para .csv, renomear colunas para facilitar relações entre as bases e colocar os dados para o padrão estadunidense</a:t>
            </a:r>
          </a:p>
          <a:p>
            <a:pPr>
              <a:defRPr lang="pt-br" sz="900" cap="none"/>
            </a:pPr>
            <a:r>
              <a:t>(3) Converter colunas de data para o tipo datetime do pandas</a:t>
            </a:r>
          </a:p>
          <a:p>
            <a:pPr>
              <a:defRPr lang="pt-br" sz="900" cap="none"/>
            </a:pPr>
            <a:r>
              <a:t>(4) Concatenar datasets e fazer uma leitura em chunks, para otimizar as operações</a:t>
            </a:r>
          </a:p>
          <a:p>
            <a:pPr>
              <a:defRPr lang="pt-br" sz="900" cap="none"/>
            </a:pPr>
            <a:r>
              <a:t>(5) Realizar um GROUP BY pelas datas</a:t>
            </a:r>
          </a:p>
          <a:p>
            <a:pPr>
              <a:defRPr lang="pt-br" sz="900" cap="none"/>
            </a:pPr>
          </a:p>
        </p:txBody>
      </p:sp>
      <p:sp>
        <p:nvSpPr>
          <p:cNvPr id="7" name="Espaço Reservado para Texto 6"/>
          <p:cNvSpPr>
            <a:spLocks noGrp="1" noChangeArrowheads="1"/>
            <a:extLst>
              <a:ext uri="smNativeData">
                <pr:smNativeData xmlns:pr="smNativeData" xmlns="smNativeData" val="SMDATA_15_mcIdaRMAAAAlAAAAZAAAAA0AAAAAkAAAAAAAAAAAAAAAAAAAAAAAAAAB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mZaDA8zMzADAwP8Af39/AAAAAAAAAAAAAAAAAAAAAAAAAAAAIQAAABgAAAAUAAAAaBMAAD4jAAC0JAAA8yUAABAAAAAmAAAACAAAAAEAAAAAAAAA"/>
              </a:ext>
            </a:extLst>
          </p:cNvSpPr>
          <p:nvPr>
            <p:ph type="body" idx="13"/>
          </p:nvPr>
        </p:nvSpPr>
        <p:spPr>
          <a:xfrm>
            <a:off x="3154680" y="5728970"/>
            <a:ext cx="2811780" cy="440055"/>
          </a:xfrm>
        </p:spPr>
        <p:txBody>
          <a:bodyPr/>
          <a:lstStyle/>
          <a:p>
            <a:pPr>
              <a:defRPr lang="en-us"/>
            </a:pPr>
            <a:r>
              <a:rPr lang="pt-br" cap="none"/>
              <a:t>Transformação</a:t>
            </a:r>
            <a:endParaRPr lang="pt-br" cap="none"/>
          </a:p>
        </p:txBody>
      </p:sp>
      <p:sp>
        <p:nvSpPr>
          <p:cNvPr id="8" name="Espaço Reservado para Conteúdo 7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0oGBf///wEAAAAAAAAAAAAAAAAAAAAAAAAAAAAAAAAAAAAAAAAAAAAAAAJ/f38AmZaDA8zMzADAwP8Af39/AAAAAAAAAAAAAAAAAAAAAAAAAAAAIQAAABgAAAAUAAAARScAAIYMAAAANQAABCIAAAAAAAAmAAAACAAAAIGAAAAAAAAA"/>
              </a:ext>
            </a:extLst>
          </p:cNvSpPr>
          <p:nvPr>
            <p:ph type="body" idx="24"/>
          </p:nvPr>
        </p:nvSpPr>
        <p:spPr>
          <a:xfrm>
            <a:off x="6383655" y="2035810"/>
            <a:ext cx="2232025" cy="3493770"/>
          </a:xfrm>
        </p:spPr>
        <p:txBody>
          <a:bodyPr vert="horz" wrap="square" lIns="0" tIns="0" rIns="0" bIns="0" numCol="1" spcCol="215900" anchor="t">
            <a:prstTxWarp prst="textNoShape">
              <a:avLst/>
            </a:prstTxWarp>
          </a:bodyPr>
          <a:lstStyle>
            <a:lvl1pPr marL="0" indent="0" algn="ctr">
              <a:buNone/>
              <a:defRPr lang="en-us" sz="1500" cap="none">
                <a:solidFill>
                  <a:schemeClr val="tx2"/>
                </a:solidFill>
                <a:latin typeface="Microsoft New Tai Lue" pitchFamily="0" charset="0"/>
                <a:ea typeface="Corbel" pitchFamily="0" charset="0"/>
                <a:cs typeface="Corbel" pitchFamily="0" charset="0"/>
              </a:defRPr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rPr lang="pt-br" cap="none"/>
              <a:t>Qual é a resposta à pergunta?</a:t>
            </a:r>
            <a:endParaRPr lang="pt-br" cap="none"/>
          </a:p>
          <a:p>
            <a:pPr>
              <a:defRPr lang="pt-br" sz="900" cap="none"/>
            </a:pPr>
            <a:r>
              <a:t>(1) Analisando os dados, temos que os 2 maiores mercados são Argentina e EUA (continente americano). Existe sazonalidade tanto nos meses (verão na cidade do Rio e outono nos países de partida) quanto nos anos por conta dos fenômenos El Niño e La Niña</a:t>
            </a:r>
          </a:p>
          <a:p>
            <a:pPr>
              <a:defRPr lang="pt-br" sz="900" cap="none"/>
            </a:pPr>
            <a:r>
              <a:t>(2) Podemos considerar a resposta da pergunta 1 e adaptar o direcionamento de esforços para o setor hoteleiro e o setor portuário (piers) para recepção dos turistas em cada região da cidade do Rio usando as transformações das bases 2, 4 e 5. Além disso, pode-se usar a sazonalidade do clima do base 1 para tentar prever algum fenômeno climático atípico e desviar o curso para outra região do Rio.</a:t>
            </a:r>
          </a:p>
        </p:txBody>
      </p:sp>
      <p:sp>
        <p:nvSpPr>
          <p:cNvPr id="9" name="Espaço Reservado para Texto 8"/>
          <p:cNvSpPr>
            <a:spLocks noGrp="1" noChangeArrowheads="1"/>
            <a:extLst>
              <a:ext uri="smNativeData">
                <pr:smNativeData xmlns:pr="smNativeData" xmlns="smNativeData" val="SMDATA_15_mcIdaRMAAAAlAAAAZAAAAA0AAAAAkAAAAAAAAAAAAAAAAAAAAAAAAAAB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mZaDA8zMzADAwP8Af39/AAAAAAAAAAAAAAAAAAAAAAAAAAAAIQAAABgAAAAUAAAANiUAAD4jAACCNgAA8yUAABAAAAAmAAAACAAAAAAAAAAAAAAA"/>
              </a:ext>
            </a:extLst>
          </p:cNvSpPr>
          <p:nvPr>
            <p:ph type="body" idx="14"/>
          </p:nvPr>
        </p:nvSpPr>
        <p:spPr/>
        <p:txBody>
          <a:bodyPr/>
          <a:lstStyle/>
          <a:p>
            <a:pPr>
              <a:defRPr lang="en-us"/>
            </a:pPr>
            <a:r>
              <a:rPr lang="pt-br" cap="none"/>
              <a:t>Saída</a:t>
            </a:r>
            <a:endParaRPr lang="pt-br" cap="none"/>
          </a:p>
        </p:txBody>
      </p:sp>
      <p:pic>
        <p:nvPicPr>
          <p:cNvPr id="10" name="Picture 2 dec"/>
          <p:cNvPicPr>
            <a:picLocks noChangeAspect="1"/>
            <a:extLst>
              <a:ext uri="smNativeData">
                <pr:smNativeData xmlns:pr="smNativeData" xmlns="smNativeData" val="SMDATA_17_mcIdaRMAAAAlAAAAEQAAAC0AAAAAkAAAAEgAAACQAAAAS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AcAAAA4AAAAAAAAAAAAAAAAAAAA////AAAAAAAAAAAAAAAAAAAAAAAAAAAAAAAAAAAAAABkAAAAZAAAAAAAAAAjAAAABAAAAGQAAAAXAAAAFAAAAAAAAAAAAAAA/38AAP9/AAAAAAAACQAAAAQAAAA4fq8n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ONKBgX///8BAAAAAAAAAAAAAAAAAAAAAAAAAAAAAAAAAAAAAAAAAAAAAAACf39/AJmWgwPMzMwAwMD/AH9/fwAAAAAAAAAAAAAAAAD///8AAAAAACEAAAAYAAAAFAAAAFwsAABuBwAAETIAAIULAAAQAAAAJgAAAAgAAAD//////////w=="/>
              </a:ext>
            </a:extLst>
          </p:cNvPicPr>
          <p:nvPr/>
        </p:nvPicPr>
        <p:blipFill>
          <a:blip r:embed="rId7"/>
          <a:stretch>
            <a:fillRect/>
          </a:stretch>
        </p:blipFill>
        <p:spPr>
          <a:xfrm>
            <a:off x="7211060" y="1207770"/>
            <a:ext cx="927735" cy="664845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11" name="Arrow: Chevron 7"/>
          <p:cNvSpPr>
            <a:extLst>
              <a:ext uri="smNativeData">
                <pr:smNativeData xmlns:pr="smNativeData" xmlns="smNativeData" val="SMDATA_15_mcIdaRMAAAAlAAAA2wAAAA0AAAAAbAAAADYAAABsAAAANgAAAAAAAAABAAAAAAAAAAEAAABQAAAA6SCH3cGE7D8AAAAAAADgPwAAAAAAAOA/AAAAAAAA4D8AAAAAAADgPwAAAAAAAOA/AAAAAAAA4D8AAAAAAADgPwAAAAAAAOA/AAAAAAAA4D8CAAAAjAAAAAEAAAAAAAAAGKtLAP///wgAAAAAAAAAAAAAAAAAAAAAAAAAAAAAAAAAAAAAZAAAAAEAAABAAAAAAAAAAAAAAAAAAAAAAAAAAAAAAAAAAAAAAAAAAAAAAAAAAAAAAAAAAAAAAAAAAAAAAAAAAAAAAAAAAAAAAAAAAAAAAAAAAAAAAAAAAAAAAAAAAAAAFAAAADwAAAABAAAAAAAAABirSwAo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tLAP///wEAAAAAAAAAAAAAAAAAAAAAAAAAAAAAAAAAAAAAAAAAABirSwB/f38AmZaDA8zMzADAwP8Af39/AAAAAAAAAAAAAAAAAAAAAAAAAAAAIQAAABgAAAAUAAAA5x4AAF4IAADdKgAA+AoAABAAAAAmAAAACAAAAP//////////"/>
              </a:ext>
            </a:extLst>
          </p:cNvSpPr>
          <p:nvPr/>
        </p:nvSpPr>
        <p:spPr>
          <a:xfrm flipH="1">
            <a:off x="5023485" y="1360170"/>
            <a:ext cx="1944370" cy="422910"/>
          </a:xfrm>
          <a:prstGeom prst="chevron">
            <a:avLst>
              <a:gd name="adj" fmla="val 50019"/>
            </a:avLst>
          </a:prstGeom>
          <a:solidFill>
            <a:srgbClr val="18AB4B"/>
          </a:solidFill>
          <a:ln w="25400" cap="flat" cmpd="sng" algn="ctr">
            <a:solidFill>
              <a:srgbClr val="18AB4B"/>
            </a:solidFill>
            <a:prstDash val="solid"/>
            <a:headEnd type="none"/>
            <a:tailEnd type="none"/>
          </a:ln>
          <a:effectLst/>
        </p:spPr>
        <p:txBody>
          <a:bodyPr vert="horz" wrap="square" lIns="68580" tIns="34290" rIns="68580" bIns="34290" numCol="1" spcCol="215900" anchor="ctr"/>
          <a:lstStyle/>
          <a:p>
            <a:pPr algn="ctr">
              <a:defRPr lang="en-us" cap="none">
                <a:solidFill>
                  <a:srgbClr val="FFFFFF"/>
                </a:solidFill>
                <a:latin typeface="Microsoft New Tai Lue" pitchFamily="0" charset="0"/>
                <a:ea typeface="Microsoft New Tai Lue" pitchFamily="0" charset="0"/>
                <a:cs typeface="Microsoft New Tai Lue" pitchFamily="0" charset="0"/>
              </a:defRPr>
            </a:pPr>
            <a:r>
              <a:rPr lang="en-us" sz="1200" cap="none">
                <a:solidFill>
                  <a:schemeClr val="bg1"/>
                </a:solidFill>
              </a:rPr>
              <a:t>1. O que está tentando descobrir?</a:t>
            </a:r>
            <a:endParaRPr lang="en-us" sz="1200" cap="none">
              <a:solidFill>
                <a:schemeClr val="bg1"/>
              </a:solidFill>
            </a:endParaRPr>
          </a:p>
        </p:txBody>
      </p:sp>
      <p:sp>
        <p:nvSpPr>
          <p:cNvPr id="12" name="Arrow: Chevron 9"/>
          <p:cNvSpPr>
            <a:extLst>
              <a:ext uri="smNativeData">
                <pr:smNativeData xmlns:pr="smNativeData" xmlns="smNativeData" val="SMDATA_15_mcIdaRMAAAAlAAAA2wAAAA0AAAAAbAAAADYAAABsAAAANgAAAAAAAAABAAAAAAAAAAEAAABQAAAAzEiG683T7D8AAAAAAADgPwAAAAAAAOA/AAAAAAAA4D8AAAAAAADgPwAAAAAAAOA/AAAAAAAA4D8AAAAAAADgPwAAAAAAAOA/AAAAAAAA4D8CAAAAjAAAAAEAAAAAAAAAJiJiAP///wgAAAAAAAAAAAAAAAAAAAAAAAAAAAAAAAAAAAAAZAAAAAEAAABAAAAAAAAAAAAAAAAAAAAAAAAAAAAAAAAAAAAAAAAAAAAAAAAAAAAAAAAAAAAAAAAAAAAAAAAAAAAAAAAAAAAAAAAAAAAAAAAAAAAAAAAAAAAAAAAAAAAAFAAAADwAAAABAAAAAAAAAHAwoAAo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JiJiAP///wEAAAAAAAAAAAAAAAAAAAAAAAAAAAAAAAAAAAAAAAAAAHAwoAB/f38AmZaDA8zMzADAwP8Af39/AAAAAAAAAAAAAAAAAAAAAAAAAAAAIQAAABgAAAAUAAAAwRAAAFAIAAAmHgAA+AoAABAAAAAmAAAACAAAAP//////////"/>
              </a:ext>
            </a:extLst>
          </p:cNvSpPr>
          <p:nvPr/>
        </p:nvSpPr>
        <p:spPr>
          <a:xfrm flipH="1">
            <a:off x="2723515" y="1351280"/>
            <a:ext cx="2177415" cy="431800"/>
          </a:xfrm>
          <a:prstGeom prst="chevron">
            <a:avLst>
              <a:gd name="adj" fmla="val 49995"/>
            </a:avLst>
          </a:prstGeom>
          <a:solidFill>
            <a:srgbClr val="262262"/>
          </a:solidFill>
          <a:ln w="25400" cap="flat" cmpd="sng" algn="ctr">
            <a:solidFill>
              <a:srgbClr val="7030A0"/>
            </a:solidFill>
            <a:prstDash val="solid"/>
            <a:headEnd type="none"/>
            <a:tailEnd type="none"/>
          </a:ln>
          <a:effectLst/>
        </p:spPr>
        <p:txBody>
          <a:bodyPr vert="horz" wrap="square" lIns="68580" tIns="34290" rIns="68580" bIns="34290" numCol="1" spcCol="215900" anchor="ctr"/>
          <a:lstStyle/>
          <a:p>
            <a:pPr algn="ctr">
              <a:defRPr lang="en-us" cap="none">
                <a:solidFill>
                  <a:srgbClr val="FFFFFF"/>
                </a:solidFill>
                <a:latin typeface="Microsoft New Tai Lue" pitchFamily="0" charset="0"/>
                <a:ea typeface="Microsoft New Tai Lue" pitchFamily="0" charset="0"/>
                <a:cs typeface="Microsoft New Tai Lue" pitchFamily="0" charset="0"/>
              </a:defRPr>
            </a:pPr>
            <a:r>
              <a:rPr lang="en-us" sz="1200" cap="none"/>
              <a:t>2. Que dados suportam essa descoberta?</a:t>
            </a:r>
            <a:endParaRPr lang="en-us" sz="1200" cap="none"/>
          </a:p>
        </p:txBody>
      </p:sp>
      <p:pic>
        <p:nvPicPr>
          <p:cNvPr id="13" name="Picture 1 dec"/>
          <p:cNvPicPr>
            <a:picLocks noChangeAspect="1"/>
            <a:extLst>
              <a:ext uri="smNativeData">
                <pr:smNativeData xmlns:pr="smNativeData" xmlns="smNativeData" val="SMDATA_17_mcIdaRMAAAAlAAAAEQAAAC0AAAAAkAAAAEgAAACQAAAAS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AcAAAA4AAAAAAAAAAAAAAAAAAAA////AAAAAAAAAAAAAAAAAAAAAAAAAAAAAAAAAAAAAABkAAAAZAAAAAAAAAAjAAAABAAAAGQAAAAXAAAAFAAAAAAAAAAAAAAA/38AAP9/AAAAAAAACQAAAAQAAAAAAAA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ONKBgX///8BAAAAAAAAAAAAAAAAAAAAAAAAAAAAAAAAAAAAAAAAAAAAAAACf39/AJmWgwPMzMwAwMD/AH9/fwAAAAAAAAAAAAAAAAD///8AAAAAACEAAAAYAAAAFAAAAG8IAABTBwAAQg8AACkLAAAQAAAAJgAAAAgAAAD//////////w=="/>
              </a:ext>
            </a:extLst>
          </p:cNvPicPr>
          <p:nvPr/>
        </p:nvPicPr>
        <p:blipFill>
          <a:blip r:embed="rId8"/>
          <a:stretch>
            <a:fillRect/>
          </a:stretch>
        </p:blipFill>
        <p:spPr>
          <a:xfrm>
            <a:off x="1370965" y="1190625"/>
            <a:ext cx="1109345" cy="62357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14" name="Textbox1"/>
          <p:cNvSpPr txBox="1">
            <a:extLst>
              <a:ext uri="smNativeData">
                <pr:smNativeData xmlns:pr="smNativeData" xmlns="smNativeData" val="SMDATA_15_mcIdaRMAAAAlAAAAEgAAAE8BAAAAkAAAAEgAAACQAAAASAAAAAAAAAAAAAAAAAAAAAEAAABQAAAAAAAAAAAA4D8AAAAAAADgPwAAAAAAAOA/AAAAAAAA4D8AAAAAAADgPwAAAAAAAOA/AAAAAAAA4D8AAAAAAADgPwAAAAAAAOA/AAAAAAAA4D8CAAAAjAAAAAAAAAAAAAAAPD0+C////wgAAAAAAAAAAAAAAAAAAAAAAAAAAAAAAAAAAAAAZAAAAAEAAABAAAAAAAAAAAAAAAAAAAAAAAAAAAAAAAAAAAAAAAAAAAAAAAAAAAAAAAAAAAAAAAAAAAAAAAAAAAAAAAAAAAAAAAAAAAAAAAAAAAAAAAAAAAAAAAAAAAAAFAAAADwAAAAAAAAAAAAAAAAAAAAUAAAAAQAAABQAAAAUAAAAFAAAAAEAAAAAAAAAZAAAAGQAAAAAAAAAZAAAAGQAAAAVAAAAYAAAAAAAAAAAAAAADwAAACADAAAAAAAAAAAAAAEAAACgMgAAVgcAAKr4//8BAAAAf39/AAEAAABkAAAAAAAAABQAAABAHwAAAAAAACYAAAAAAAAAwOD//wAAAAAmAAAAZAAAABYAAABMAAAAAAAAAAAAAAABAAAAAAAAAAEAAACZloMKUAAAAAAAAAA8AAAAZAAAAGQAAAAAAAAAzMzMAAAAAABQAAAAUAAAAGQAAABkAAAAAAAAABcAAAAUAAAAAAAAANwIAAD/fwAA/38AAAAAAAAJAAAABAAAADw9Pv8eAAAAaAAAAAAAAAAAAAAAAAAAAAAAAAAAAAAAECcAABAnAAAAAAAAAAAAAAAAAAAAAAAAAAAAAAAAAAAAAAAAAAAAAAA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PD0+BP///wEAAAAAAAAAAAAAAAAAAAAAAAAAAAAAAAAAAAAAAAAAAAAAAAB/f38AmZaDA8zMzADAwP8Af39/AAAAAAAAAAAAAAAAAAAAAAAAAAAAIQAAABgAAAAUAAAAcAIAAKwnAAB8LAAAXCkAAAAgAAAmAAAACAAAAP//////////"/>
              </a:ext>
            </a:extLst>
          </p:cNvSpPr>
          <p:nvPr/>
        </p:nvSpPr>
        <p:spPr>
          <a:xfrm>
            <a:off x="396240" y="6449060"/>
            <a:ext cx="683514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numCol="1" spcCol="215900" anchor="t"/>
          <a:lstStyle/>
          <a:p>
            <a:pPr>
              <a:defRPr lang="en-us" sz="1200" cap="none"/>
            </a:pPr>
            <a:r>
              <a:t>https://github.com/alexoliveiraFGV24/pipeline-turismo-fluminense.git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 noChangeArrowheads="1"/>
            <a:extLst>
              <a:ext uri="smNativeData">
                <pr:smNativeData xmlns:pr="smNativeData" xmlns="smNativeData" val="SMDATA_15_mcIdaRMAAAAlAAAAZAAAAE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EgC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0oGBf///wEAAAAAAAAAAAAAAAAAAAAAAAAAAAAAAAAAAAAAAAAAAAAAAAJ/f38AmZaDA8zMzADAwP8Af39/AAAAAAAAAAAAAAAAAAAAAAAAAAAAIQAAABgAAAAUAAAA0AIAAKwXAADUHAAA4xwAABAgAAAmAAAACAAAAAEAAAAAAAAA"/>
              </a:ext>
            </a:extLst>
          </p:cNvSpPr>
          <p:nvPr>
            <p:ph type="title"/>
          </p:nvPr>
        </p:nvSpPr>
        <p:spPr>
          <a:xfrm>
            <a:off x="457200" y="3848100"/>
            <a:ext cx="4229100" cy="847725"/>
          </a:xfrm>
        </p:spPr>
        <p:txBody>
          <a:bodyPr/>
          <a:lstStyle/>
          <a:p>
            <a:pPr>
              <a:defRPr lang="en-us"/>
            </a:pPr>
            <a:r>
              <a:rPr lang="pt-br" cap="none"/>
              <a:t>Parte II</a:t>
            </a:r>
            <a:endParaRPr lang="pt-br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EAA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0oGBf///wEAAAAAAAAAAAAAAAAAAAAAAAAAAAAAAAAAAAAAAAAAAAAAAAJ/f38AmZaDA8zMzADAwP8Af39/AAAAAAAAAAAAAAAAAAAAAAAAAAAAIQAAABgAAAAUAAAA4gIAALAAAABeNQAABwYAABAAAAAmAAAACAAAAAEgAAAAAAAA"/>
              </a:ext>
            </a:extLst>
          </p:cNvSpPr>
          <p:nvPr>
            <p:ph type="title"/>
          </p:nvPr>
        </p:nvSpPr>
        <p:spPr>
          <a:xfrm>
            <a:off x="468630" y="111760"/>
            <a:ext cx="8206740" cy="868045"/>
          </a:xfrm>
        </p:spPr>
        <p:txBody>
          <a:bodyPr vert="horz" wrap="square" lIns="0" tIns="0" rIns="0" bIns="0" numCol="1" spcCol="215900" anchor="t">
            <a:prstTxWarp prst="textNoShape">
              <a:avLst/>
            </a:prstTxWarp>
          </a:bodyPr>
          <a:lstStyle/>
          <a:p>
            <a:pPr>
              <a:defRPr lang="en-us"/>
            </a:pPr>
            <a:r>
              <a:rPr lang="pt-br" cap="none"/>
              <a:t>Guia para Reflexão: os elementos de uma atividade de dados conectados aos V’s do Big Data</a:t>
            </a:r>
            <a:endParaRPr lang="pt-br" cap="none"/>
          </a:p>
        </p:txBody>
      </p:sp>
      <p:sp>
        <p:nvSpPr>
          <p:cNvPr id="3" name="Espaço Reservado para Conteúdo 2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B8B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0oGBf///wEAAAAAAAAAAAAAAAAAAAAAAAAAAAAAAAAAAAAAAAAAAAAAAAJ/f38AmZaDA8zMzADAwP8Af39/AAAAAAAAAAAAAAAAAAAAAAAAAAAAIQAAABgAAAAUAAAAHAIAAJ8IAACPCQAAqBEAABAAAAAmAAAACAAAAIGgAAAAAAAA"/>
              </a:ext>
            </a:extLst>
          </p:cNvSpPr>
          <p:nvPr>
            <p:ph type="body" idx="9"/>
          </p:nvPr>
        </p:nvSpPr>
        <p:spPr>
          <a:xfrm>
            <a:off x="342900" y="1401445"/>
            <a:ext cx="1210945" cy="1468755"/>
          </a:xfrm>
        </p:spPr>
        <p:txBody>
          <a:bodyPr vert="horz" wrap="square" lIns="0" tIns="0" rIns="0" bIns="0" numCol="1" spcCol="215900" anchor="t">
            <a:prstTxWarp prst="textNoShape">
              <a:avLst/>
            </a:prstTxWarp>
          </a:bodyPr>
          <a:lstStyle>
            <a:lvl1pPr marL="0" indent="0" algn="ctr">
              <a:buNone/>
              <a:defRPr lang="en-us" sz="1575" cap="none">
                <a:solidFill>
                  <a:schemeClr val="tx2"/>
                </a:solidFill>
              </a:defRPr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rPr lang="pt-br" cap="none"/>
              <a:t>Quais insights podem ser extraídos dos dados?</a:t>
            </a:r>
            <a:endParaRPr lang="pt-br" cap="none"/>
          </a:p>
        </p:txBody>
      </p:sp>
      <p:sp>
        <p:nvSpPr>
          <p:cNvPr id="4" name="Subtítulo 3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BAAAAAAAAAAEAAABQAAAAAAAAAAAA4D8AAAAAAADgPwAAAAAAAOA/AAAAAAAA4D8AAAAAAADgPwAAAAAAAOA/AAAAAAAA4D8AAAAAAADgPwAAAAAAAOA/AAAAAAAA4D8CAAAAjAAAAAEAAAAAAAAA40oGDP///wgAAAAAAAAAAAAAAAAAAAAAAAAAAAAAAAAAAAAAeAAAAAEAAABAAAAAAAAAAAAAAABaAAAAAAAAAAAAAAAAAAAAAAAAAAAAAAAAAAAAAAAAAAAAAAAAAAAAAAAAAAAAAAAAAAAAAAAAAAAAAAAAAAAAAAAAAAAAAAAAAAAAFAAAADwAAAABAAAAAAAAAONKBgwPAAAAAQAAACMAAAAjAAAAIwAAAB4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Fcg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V/f38AmZaDA8zMzADAwP8Af39/AAAAAAAAAAAAAAAAAAAAAAAAAAAAIQAAABgAAAAUAAAARAEAAAASAADhCQAA2xMAABAAAAAmAAAACAAAAAEAAAAAAAAA"/>
              </a:ext>
            </a:extLst>
          </p:cNvSpPr>
          <p:nvPr>
            <p:ph type="subTitle" idx="5"/>
          </p:nvPr>
        </p:nvSpPr>
        <p:spPr>
          <a:xfrm>
            <a:off x="205740" y="2926080"/>
            <a:ext cx="1400175" cy="301625"/>
          </a:xfrm>
        </p:spPr>
        <p:txBody>
          <a:bodyPr/>
          <a:lstStyle/>
          <a:p>
            <a:pPr>
              <a:defRPr lang="en-us"/>
            </a:pPr>
            <a:r>
              <a:rPr lang="pt-br" cap="none"/>
              <a:t>Valor</a:t>
            </a:r>
            <a:endParaRPr lang="pt-br" cap="none"/>
          </a:p>
        </p:txBody>
      </p:sp>
      <p:sp>
        <p:nvSpPr>
          <p:cNvPr id="5" name="Espaço Reservado para Texto 4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BEEAQ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0oGBf///wEAAAAAAAAAAAAAAAAAAAAAAAAAAAAAAAAAAAAAAAAAAAAAAAJ/f38AmZaDA8zMzADAwP8Af39/AAAAAAAAAAAAAAAAAAAAAAAAAAAAIQAAABgAAAAUAAAARAEAAEAUAADLCgAAlScAABAAAAAmAAAACAAAAIGAAAAAAAAA"/>
              </a:ext>
            </a:extLst>
          </p:cNvSpPr>
          <p:nvPr>
            <p:ph type="body" idx="1"/>
          </p:nvPr>
        </p:nvSpPr>
        <p:spPr>
          <a:xfrm>
            <a:off x="205740" y="3291840"/>
            <a:ext cx="1548765" cy="3142615"/>
          </a:xfrm>
        </p:spPr>
        <p:txBody>
          <a:bodyPr vert="horz" wrap="square" lIns="0" tIns="0" rIns="0" bIns="0" numCol="1" spcCol="215900" anchor="t">
            <a:prstTxWarp prst="textNoShape">
              <a:avLst/>
            </a:prstTxWarp>
          </a:bodyPr>
          <a:lstStyle>
            <a:lvl1pPr marL="0" indent="0">
              <a:spcAft>
                <a:spcPts val="675"/>
              </a:spcAft>
              <a:buNone/>
              <a:defRPr lang="en-us" sz="1350" cap="none">
                <a:solidFill>
                  <a:schemeClr val="tx2"/>
                </a:solidFill>
              </a:defRPr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rPr lang="pt-br" cap="none"/>
              <a:t>Que detalhes você sabe sobre os dados (por exemplo, campos e tipos de campo)?</a:t>
            </a:r>
            <a:endParaRPr lang="pt-br" cap="none"/>
          </a:p>
          <a:p>
            <a:pPr>
              <a:defRPr lang="en-us"/>
            </a:pPr>
            <a:r>
              <a:rPr lang="pt-br" cap="none"/>
              <a:t>Que tipo de análise e quanto processamento pode ser necessário para obter insights?</a:t>
            </a:r>
            <a:endParaRPr lang="pt-br" cap="none"/>
          </a:p>
        </p:txBody>
      </p:sp>
      <p:sp>
        <p:nvSpPr>
          <p:cNvPr id="6" name="Espaço Reservado para Conteúdo 5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0oGBf///wEAAAAAAAAAAAAAAAAAAAAAAAAAAAAAAAAAAAAAAAAAAAAAAAJ/f38AmZaDA8zMzADAwP8Af39/AAAAAAAAAAAAAAAAAAAAAAAAAAAAIQAAABgAAAAUAAAAOAwAAJ8IAADUFAAAqBEAABAAAAAmAAAACAAAAIGAAAAAAAAA"/>
              </a:ext>
            </a:extLst>
          </p:cNvSpPr>
          <p:nvPr>
            <p:ph type="body" idx="10"/>
          </p:nvPr>
        </p:nvSpPr>
        <p:spPr>
          <a:xfrm>
            <a:off x="1986280" y="1401445"/>
            <a:ext cx="1399540" cy="1468755"/>
          </a:xfrm>
        </p:spPr>
        <p:txBody>
          <a:bodyPr vert="horz" wrap="square" lIns="0" tIns="0" rIns="0" bIns="0" numCol="1" spcCol="215900" anchor="t">
            <a:prstTxWarp prst="textNoShape">
              <a:avLst/>
            </a:prstTxWarp>
          </a:bodyPr>
          <a:lstStyle>
            <a:lvl1pPr marL="0" indent="0" algn="ctr">
              <a:buNone/>
              <a:defRPr lang="en-us" sz="1575" cap="none">
                <a:solidFill>
                  <a:schemeClr val="tx2"/>
                </a:solidFill>
              </a:defRPr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rPr lang="pt-br" cap="none"/>
              <a:t>Quão precisos e confiáveis são os dados?</a:t>
            </a:r>
            <a:endParaRPr lang="pt-br" cap="none"/>
          </a:p>
        </p:txBody>
      </p:sp>
      <p:sp>
        <p:nvSpPr>
          <p:cNvPr id="7" name="Subtítulo 6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BAAAAAAAAAAEAAABQAAAAAAAAAAAA4D8AAAAAAADgPwAAAAAAAOA/AAAAAAAA4D8AAAAAAADgPwAAAAAAAOA/AAAAAAAA4D8AAAAAAADgPwAAAAAAAOA/AAAAAAAA4D8CAAAAjAAAAAEAAAAAAAAA40oGDP///wgAAAAAAAAAAAAAAAAAAAAAAAAAAAAAAAAAAAAAeAAAAAEAAABAAAAAAAAAAAAAAABaAAAAAAAAAAAAAAAAAAAAAAAAAAAAAAAAAAAAAAAAAAAAAAAAAAAAAAAAAAAAAAAAAAAAAAAAAAAAAAAAAAAAAAAAAAAAAAAAAAAAFAAAADwAAAABAAAAAAAAAONKBgwPAAAAAQAAACMAAAAjAAAAIwAAAB4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Fcg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V/f38AmZaDA8zMzADAwP8Af39/AAAAAAAAAAAAAAAAAAAAAAAAAAAAIQAAABgAAAAUAAAAOAwAAAASAADUFAAA2xMAABAAAAAmAAAACAAAAAEAAAAAAAAA"/>
              </a:ext>
            </a:extLst>
          </p:cNvSpPr>
          <p:nvPr>
            <p:ph type="subTitle" idx="6"/>
          </p:nvPr>
        </p:nvSpPr>
        <p:spPr>
          <a:xfrm>
            <a:off x="1986280" y="2926080"/>
            <a:ext cx="1399540" cy="301625"/>
          </a:xfrm>
        </p:spPr>
        <p:txBody>
          <a:bodyPr/>
          <a:lstStyle/>
          <a:p>
            <a:pPr>
              <a:defRPr lang="en-us"/>
            </a:pPr>
            <a:r>
              <a:rPr lang="pt-br" cap="none"/>
              <a:t>Veracidade </a:t>
            </a:r>
            <a:endParaRPr lang="pt-br" cap="none"/>
          </a:p>
        </p:txBody>
      </p:sp>
      <p:sp>
        <p:nvSpPr>
          <p:cNvPr id="8" name="Espaço Reservado para Texto 7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M4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0oGBf///wEAAAAAAAAAAAAAAAAAAAAAAAAAAAAAAAAAAAAAAAAAAAAAAAJ/f38AmZaDA8zMzADAwP8Af39/AAAAAAAAAAAAAAAAAAAAAAAAAAAAIQAAABgAAAAUAAAAOAwAAEAUAAC+FQAAlScAABAAAAAmAAAACAAAAIGgAAAAAAAA"/>
              </a:ext>
            </a:extLst>
          </p:cNvSpPr>
          <p:nvPr>
            <p:ph type="body" idx="2"/>
          </p:nvPr>
        </p:nvSpPr>
        <p:spPr>
          <a:xfrm>
            <a:off x="1986280" y="3291840"/>
            <a:ext cx="1548130" cy="3142615"/>
          </a:xfrm>
        </p:spPr>
        <p:txBody>
          <a:bodyPr vert="horz" wrap="square" lIns="0" tIns="0" rIns="0" bIns="0" numCol="1" spcCol="215900" anchor="t">
            <a:prstTxWarp prst="textNoShape">
              <a:avLst/>
            </a:prstTxWarp>
          </a:bodyPr>
          <a:lstStyle>
            <a:lvl1pPr marL="0" indent="0">
              <a:spcAft>
                <a:spcPts val="675"/>
              </a:spcAft>
              <a:buNone/>
              <a:defRPr lang="en-us" sz="1350" cap="none">
                <a:solidFill>
                  <a:schemeClr val="tx2"/>
                </a:solidFill>
              </a:defRPr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rPr lang="pt-br" cap="none"/>
              <a:t>Que tipo de leis de privacidade podem afetar a coleta e retenção de dados em diferentes geografias e setores?</a:t>
            </a:r>
            <a:endParaRPr lang="pt-br" cap="none"/>
          </a:p>
          <a:p>
            <a:pPr>
              <a:defRPr lang="en-us"/>
            </a:pPr>
            <a:r>
              <a:rPr lang="pt-br" cap="none"/>
              <a:t>Que tipo de limpeza e transformações podem ser necessárias para usar esses dados?</a:t>
            </a:r>
            <a:endParaRPr lang="pt-br" cap="none"/>
          </a:p>
        </p:txBody>
      </p:sp>
      <p:sp>
        <p:nvSpPr>
          <p:cNvPr id="9" name="Espaço Reservado para Conteúdo 8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G0Z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0oGBf///wEAAAAAAAAAAAAAAAAAAAAAAAAAAAAAAAAAAAAAAAAAAAAAAAJ/f38AmZaDA8zMzADAwP8Af39/AAAAAAAAAAAAAAAAAAAAAAAAAAAAIQAAABgAAAAUAAAAfRcAAJ8IAACtHwAAqBEAABAAAAAmAAAACAAAAIGgAAAAAAAA"/>
              </a:ext>
            </a:extLst>
          </p:cNvSpPr>
          <p:nvPr>
            <p:ph type="body" idx="11"/>
          </p:nvPr>
        </p:nvSpPr>
        <p:spPr>
          <a:xfrm>
            <a:off x="3818255" y="1401445"/>
            <a:ext cx="1330960" cy="1468755"/>
          </a:xfrm>
        </p:spPr>
        <p:txBody>
          <a:bodyPr vert="horz" wrap="square" lIns="0" tIns="0" rIns="0" bIns="0" numCol="1" spcCol="215900" anchor="t">
            <a:prstTxWarp prst="textNoShape">
              <a:avLst/>
            </a:prstTxWarp>
          </a:bodyPr>
          <a:lstStyle>
            <a:lvl1pPr marL="0" indent="0" algn="ctr">
              <a:buNone/>
              <a:defRPr lang="en-us" sz="1575" cap="none">
                <a:solidFill>
                  <a:schemeClr val="tx2"/>
                </a:solidFill>
              </a:defRPr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rPr lang="pt-br" cap="none"/>
              <a:t>Quais tipos e formatos? Quantas fontes diferentes de dados?</a:t>
            </a:r>
            <a:endParaRPr lang="pt-br" cap="none"/>
          </a:p>
        </p:txBody>
      </p:sp>
      <p:sp>
        <p:nvSpPr>
          <p:cNvPr id="10" name="Subtítulo 9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BAAAAAAAAAAEAAABQAAAAAAAAAAAA4D8AAAAAAADgPwAAAAAAAOA/AAAAAAAA4D8AAAAAAADgPwAAAAAAAOA/AAAAAAAA4D8AAAAAAADgPwAAAAAAAOA/AAAAAAAA4D8CAAAAjAAAAAEAAAAAAAAA40oGDP///wgAAAAAAAAAAAAAAAAAAAAAAAAAAAAAAAAAAAAAeAAAAAEAAABAAAAAAAAAAAAAAABaAAAAAAAAAAAAAAAAAAAAAAAAAAAAAAAAAAAAAAAAAAAAAAAAAAAAAAAAAAAAAAAAAAAAAAAAAAAAAAAAAAAAAAAAAAAAAAAAAAAAFAAAADwAAAABAAAAAAAAAONKBgwPAAAAAQAAACMAAAAjAAAAIwAAAB4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B0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V/f38AmZaDA8zMzADAwP8Af39/AAAAAAAAAAAAAAAAAAAAAAAAAAAAIQAAABgAAAAUAAAAEBcAAAASAACtHwAA2xMAABAAAAAmAAAACAAAAAEAAAAAAAAA"/>
              </a:ext>
            </a:extLst>
          </p:cNvSpPr>
          <p:nvPr>
            <p:ph type="subTitle" idx="7"/>
          </p:nvPr>
        </p:nvSpPr>
        <p:spPr>
          <a:xfrm>
            <a:off x="3749040" y="2926080"/>
            <a:ext cx="1400175" cy="301625"/>
          </a:xfrm>
        </p:spPr>
        <p:txBody>
          <a:bodyPr/>
          <a:lstStyle/>
          <a:p>
            <a:pPr>
              <a:defRPr lang="en-us"/>
            </a:pPr>
            <a:r>
              <a:rPr lang="pt-br" cap="none"/>
              <a:t>Variedade </a:t>
            </a:r>
            <a:endParaRPr lang="pt-br" cap="none"/>
          </a:p>
        </p:txBody>
      </p:sp>
      <p:sp>
        <p:nvSpPr>
          <p:cNvPr id="11" name="Espaço Reservado para Texto 10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BAAE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0oGBf///wEAAAAAAAAAAAAAAAAAAAAAAAAAAAAAAAAAAAAAAAAAAAAAAAJ/f38AmZaDA8zMzADAwP8Af39/AAAAAAAAAAAAAAAAAAAAAAAAAAAAIQAAABgAAAAUAAAAEBcAAEAUAACXIAAAlScAABAAAAAmAAAACAAAAIGAAAAAAAAA"/>
              </a:ext>
            </a:extLst>
          </p:cNvSpPr>
          <p:nvPr>
            <p:ph type="body" idx="3"/>
          </p:nvPr>
        </p:nvSpPr>
        <p:spPr>
          <a:xfrm>
            <a:off x="3749040" y="3291840"/>
            <a:ext cx="1548765" cy="3142615"/>
          </a:xfrm>
        </p:spPr>
        <p:txBody>
          <a:bodyPr vert="horz" wrap="square" lIns="0" tIns="0" rIns="0" bIns="0" numCol="1" spcCol="215900" anchor="t">
            <a:prstTxWarp prst="textNoShape">
              <a:avLst/>
            </a:prstTxWarp>
          </a:bodyPr>
          <a:lstStyle>
            <a:lvl1pPr marL="0" indent="0">
              <a:spcAft>
                <a:spcPts val="675"/>
              </a:spcAft>
              <a:buNone/>
              <a:defRPr lang="en-us" sz="1350" cap="none">
                <a:solidFill>
                  <a:schemeClr val="tx2"/>
                </a:solidFill>
              </a:defRPr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rPr lang="pt-br" cap="none"/>
              <a:t>Com que rapidez os dados ficariam obsoletos?</a:t>
            </a:r>
            <a:endParaRPr lang="pt-br" cap="none"/>
          </a:p>
          <a:p>
            <a:pPr>
              <a:defRPr lang="en-us"/>
            </a:pPr>
            <a:r>
              <a:rPr lang="pt-br" cap="none"/>
              <a:t>Como essa fonte de dados será combinada com outras fontes de dados?</a:t>
            </a:r>
            <a:endParaRPr lang="pt-br" cap="none"/>
          </a:p>
        </p:txBody>
      </p:sp>
      <p:sp>
        <p:nvSpPr>
          <p:cNvPr id="12" name="Espaço Reservado para Conteúdo 11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0oGBf///wEAAAAAAAAAAAAAAAAAAAAAAAAAAAAAAAAAAAAAAAAAAAAAAAJ/f38AmZaDA8zMzADAwP8Af39/AAAAAAAAAAAAAAAAAAAAAAAAAAAAIQAAABgAAAAUAAAA6CEAAJ8IAABqKgAAqBEAABAAAAAmAAAACAAAAIGgAAAAAAAA"/>
              </a:ext>
            </a:extLst>
          </p:cNvSpPr>
          <p:nvPr>
            <p:ph type="body" idx="12"/>
          </p:nvPr>
        </p:nvSpPr>
        <p:spPr>
          <a:xfrm>
            <a:off x="5511800" y="1401445"/>
            <a:ext cx="1383030" cy="1468755"/>
          </a:xfrm>
        </p:spPr>
        <p:txBody>
          <a:bodyPr vert="horz" wrap="square" lIns="0" tIns="0" rIns="0" bIns="0" numCol="1" spcCol="215900" anchor="t">
            <a:prstTxWarp prst="textNoShape">
              <a:avLst/>
            </a:prstTxWarp>
          </a:bodyPr>
          <a:lstStyle>
            <a:lvl1pPr marL="0" indent="0" algn="ctr">
              <a:buNone/>
              <a:defRPr lang="en-us" sz="1575" cap="none">
                <a:solidFill>
                  <a:schemeClr val="tx2"/>
                </a:solidFill>
              </a:defRPr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rPr lang="pt-br" cap="none"/>
              <a:t>Qual a frequência de novos dados sendo gerados e ingeridos?</a:t>
            </a:r>
            <a:endParaRPr lang="pt-br" cap="none"/>
          </a:p>
        </p:txBody>
      </p:sp>
      <p:sp>
        <p:nvSpPr>
          <p:cNvPr id="13" name="Subtítulo 12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BAAAAAAAAAAEAAABQAAAAAAAAAAAA4D8AAAAAAADgPwAAAAAAAOA/AAAAAAAA4D8AAAAAAADgPwAAAAAAAOA/AAAAAAAA4D8AAAAAAADgPwAAAAAAAOA/AAAAAAAA4D8CAAAAjAAAAAEAAAAAAAAA40oGDP///wgAAAAAAAAAAAAAAAAAAAAAAAAAAAAAAAAAAAAAeAAAAAEAAABAAAAAAAAAAAAAAABaAAAAAAAAAAAAAAAAAAAAAAAAAAAAAAAAAAAAAAAAAAAAAAAAAAAAAAAAAAAAAAAAAAAAAAAAAAAAAAAAAAAAAAAAAAAAAAAAAAAAFAAAADwAAAABAAAAAAAAAONKBgwPAAAAAQAAACMAAAAjAAAAIwAAAB4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c3Bzg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V/f38AmZaDA8zMzADAwP8Af39/AAAAAAAAAAAAAAAAAAAAAAAAAAAAIQAAABgAAAAUAAAAzSEAAAASAABpKgAA2xMAABAAAAAmAAAACAAAAAEAAAAAAAAA"/>
              </a:ext>
            </a:extLst>
          </p:cNvSpPr>
          <p:nvPr>
            <p:ph type="subTitle" idx="8"/>
          </p:nvPr>
        </p:nvSpPr>
        <p:spPr>
          <a:xfrm>
            <a:off x="5494655" y="2926080"/>
            <a:ext cx="1399540" cy="301625"/>
          </a:xfrm>
        </p:spPr>
        <p:txBody>
          <a:bodyPr/>
          <a:lstStyle/>
          <a:p>
            <a:pPr>
              <a:defRPr lang="en-us"/>
            </a:pPr>
            <a:r>
              <a:rPr lang="pt-br" cap="none"/>
              <a:t>Velocidade </a:t>
            </a:r>
            <a:endParaRPr lang="pt-br" cap="none"/>
          </a:p>
        </p:txBody>
      </p:sp>
      <p:sp>
        <p:nvSpPr>
          <p:cNvPr id="14" name="Espaço Reservado para Texto 13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0oGBf///wEAAAAAAAAAAAAAAAAAAAAAAAAAAAAAAAAAAAAAAAAAAAAAAAJ/f38AmZaDA8zMzADAwP8Af39/AAAAAAAAAAAAAAAAAAAAAAAAAAAAIQAAABgAAAAUAAAAsSEAAEAUAAA4KwAAlScAABAAAAAmAAAACAAAAIGgAAAAAAAA"/>
              </a:ext>
            </a:extLst>
          </p:cNvSpPr>
          <p:nvPr>
            <p:ph type="body" idx="4"/>
          </p:nvPr>
        </p:nvSpPr>
        <p:spPr>
          <a:xfrm>
            <a:off x="5476875" y="3291840"/>
            <a:ext cx="1548765" cy="3142615"/>
          </a:xfrm>
        </p:spPr>
        <p:txBody>
          <a:bodyPr vert="horz" wrap="square" lIns="0" tIns="0" rIns="0" bIns="0" numCol="1" spcCol="215900" anchor="t">
            <a:prstTxWarp prst="textNoShape">
              <a:avLst/>
            </a:prstTxWarp>
          </a:bodyPr>
          <a:lstStyle>
            <a:lvl1pPr marL="0" indent="0">
              <a:spcAft>
                <a:spcPts val="675"/>
              </a:spcAft>
              <a:buNone/>
              <a:defRPr lang="en-us" sz="1350" cap="none">
                <a:solidFill>
                  <a:schemeClr val="tx2"/>
                </a:solidFill>
              </a:defRPr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rPr lang="pt-br" cap="none"/>
              <a:t>O volume de dados que é ingerido no pipeline estaria em nível constante ou seria intermitente? Os padrões são previsíveis?</a:t>
            </a:r>
            <a:endParaRPr lang="pt-br" cap="none"/>
          </a:p>
          <a:p>
            <a:pPr>
              <a:defRPr lang="en-us"/>
            </a:pPr>
            <a:r>
              <a:rPr lang="pt-br" cap="none"/>
              <a:t>Os dados precisam ser processados e analisados quase em tempo real para serem valiosos?</a:t>
            </a:r>
            <a:endParaRPr lang="pt-br" cap="none"/>
          </a:p>
        </p:txBody>
      </p:sp>
      <p:sp>
        <p:nvSpPr>
          <p:cNvPr id="15" name="Espaço Reservado para Conteúdo 14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0oGBf///wEAAAAAAAAAAAAAAAAAAAAAAAAAAAAAAAAAAAAAAAAAAAAAAAJ/f38AmZaDA8zMzADAwP8Af39/AAAAAAAAAAAAAAAAAAAAAAAAAAAAIQAAABgAAAAUAAAAwCwAAJ8IAABeNQAAmxEAABAAAAAmAAAACAAAAIGgAAAAAAAA"/>
              </a:ext>
            </a:extLst>
          </p:cNvSpPr>
          <p:nvPr>
            <p:ph type="body" idx="23"/>
          </p:nvPr>
        </p:nvSpPr>
        <p:spPr>
          <a:xfrm>
            <a:off x="7274560" y="1401445"/>
            <a:ext cx="1400810" cy="1460500"/>
          </a:xfrm>
        </p:spPr>
        <p:txBody>
          <a:bodyPr vert="horz" wrap="square" lIns="0" tIns="0" rIns="0" bIns="0" numCol="1" spcCol="215900" anchor="t">
            <a:prstTxWarp prst="textNoShape">
              <a:avLst/>
            </a:prstTxWarp>
          </a:bodyPr>
          <a:lstStyle>
            <a:lvl1pPr marL="0" indent="0" algn="ctr">
              <a:buNone/>
              <a:defRPr lang="en-us" sz="1575" cap="none">
                <a:solidFill>
                  <a:schemeClr val="tx2"/>
                </a:solidFill>
              </a:defRPr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rPr lang="pt-br" cap="none"/>
              <a:t>Qual o tamanho do conjunto de dados? Quantos novos dados são gerados?</a:t>
            </a:r>
            <a:endParaRPr lang="pt-br" cap="none"/>
          </a:p>
        </p:txBody>
      </p:sp>
      <p:sp>
        <p:nvSpPr>
          <p:cNvPr id="16" name="Espaço Reservado para Texto 15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0oGBf///wEAAAAAAAAAAAAAAAAAAAAAAAAAAAAAAAAAAAAAAAAAAAAAAAJ/f38AmZaDA8zMzADAwP8Af39/AAAAAAAAAAAAAAAAAAAAAAAAAAAAIQAAABgAAAAUAAAATSwAAEEUAABeNQAAlicAABAAAAAmAAAACAAAAIGAAAAAAAAA"/>
              </a:ext>
            </a:extLst>
          </p:cNvSpPr>
          <p:nvPr>
            <p:ph type="body" idx="22"/>
          </p:nvPr>
        </p:nvSpPr>
        <p:spPr>
          <a:xfrm>
            <a:off x="7201535" y="3292475"/>
            <a:ext cx="1473835" cy="3142615"/>
          </a:xfrm>
        </p:spPr>
        <p:txBody>
          <a:bodyPr vert="horz" wrap="square" lIns="0" tIns="0" rIns="0" bIns="0" numCol="1" spcCol="215900" anchor="t">
            <a:prstTxWarp prst="textNoShape">
              <a:avLst/>
            </a:prstTxWarp>
          </a:bodyPr>
          <a:lstStyle>
            <a:lvl1pPr marL="0" indent="0">
              <a:spcAft>
                <a:spcPts val="675"/>
              </a:spcAft>
              <a:buNone/>
              <a:defRPr lang="en-us" sz="1350" cap="none">
                <a:solidFill>
                  <a:schemeClr val="tx2"/>
                </a:solidFill>
              </a:defRPr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rPr lang="pt-br" cap="none"/>
              <a:t>Qual seria o volume geral e a velocidade dos dados recebidos? Como os dados podem ser transferidos para o seu sistema (por exemplo, FTP ou um dispositivo conectado)?</a:t>
            </a:r>
            <a:endParaRPr lang="pt-br" cap="none"/>
          </a:p>
        </p:txBody>
      </p:sp>
      <p:sp>
        <p:nvSpPr>
          <p:cNvPr id="17" name="Espaço Reservado para Texto 16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BAAAAAAAAAAEAAABQAAAAAAAAAAAA4D8AAAAAAADgPwAAAAAAAOA/AAAAAAAA4D8AAAAAAADgPwAAAAAAAOA/AAAAAAAA4D8AAAAAAADgPwAAAAAAAOA/AAAAAAAA4D8CAAAAjAAAAAEAAAAAAAAA40oGDP///wgAAAAAAAAAAAAAAAAAAAAAAAAAAAAAAAAAAAAAeAAAAAEAAABAAAAAAAAAAAAAAABaAAAAAAAAAAAAAAAAAAAAAAAAAAAAAAAAAAAAAAAAAAAAAAAAAAAAAAAAAAAAAAAAAAAAAAAAAAAAAAAAAAAAAAAAAAAAAAAAAAAAFAAAADwAAAABAAAAAAAAAONKBgwPAAAAAQAAACMAAAAjAAAAIwAAAB4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V/f38AmZaDA8zMzADAwP8Af39/AAAAAAAAAAAAAAAAAAAAAAAAAAAAIQAAABgAAAAUAAAAaCwAAAASAAAGNQAA2xMAABAAAAAmAAAACAAAAAEAAAAAAAAA"/>
              </a:ext>
            </a:extLst>
          </p:cNvSpPr>
          <p:nvPr>
            <p:ph type="body" idx="24"/>
          </p:nvPr>
        </p:nvSpPr>
        <p:spPr>
          <a:xfrm>
            <a:off x="7218680" y="2926080"/>
            <a:ext cx="1400810" cy="301625"/>
          </a:xfrm>
        </p:spPr>
        <p:txBody>
          <a:bodyPr/>
          <a:lstStyle/>
          <a:p>
            <a:pPr>
              <a:defRPr lang="en-us"/>
            </a:pPr>
            <a:r>
              <a:rPr lang="pt-br" cap="none"/>
              <a:t>Volume </a:t>
            </a:r>
            <a:endParaRPr lang="pt-br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3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EAA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0oGBf///wEAAAAAAAAAAAAAAAAAAAAAAAAAAAAAAAAAAAAAAAAAAAAAAAJ/f38AmZaDA8zMzADAwP8Af39/AAAAAAAAAAAAAAAAAAAAAAAAAAAAIQAAABgAAAAUAAAA0AIAADgEAABjFgAAAiYAABAAAAAmAAAACAAAAAEAAAAAAAAA"/>
              </a:ext>
            </a:extLst>
          </p:cNvSpPr>
          <p:nvPr>
            <p:ph type="title"/>
          </p:nvPr>
        </p:nvSpPr>
        <p:spPr>
          <a:xfrm>
            <a:off x="457200" y="685800"/>
            <a:ext cx="3181985" cy="5492750"/>
          </a:xfrm>
        </p:spPr>
        <p:txBody>
          <a:bodyPr/>
          <a:lstStyle/>
          <a:p>
            <a:pPr>
              <a:defRPr lang="en-us"/>
            </a:pPr>
            <a:r>
              <a:rPr lang="pt-br" cap="none"/>
              <a:t>De forma relacionada ao cenário descrito no pipeline de dados, compartilhe uma reflexão sobre Valor, Veracidade e Variedade</a:t>
            </a:r>
            <a:endParaRPr lang="pt-br" cap="none"/>
          </a:p>
        </p:txBody>
      </p:sp>
      <p:sp>
        <p:nvSpPr>
          <p:cNvPr id="3" name="Espaço Reservado para Conteúdo 4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D7o2aw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0oGBf///wEAAAAAAAAAAAAAAAAAAAAAAAAAAAAAAAAAAAAAAAAAAAAAAAJ/f38AmZaDA8zMzADAwP8Af39/AAAAAAAAAAAAAAAAAAAAAAAAAAAAIQAAABgAAAAUAAAAjhcAADgEAABwNQAAAiYAABAAAAAmAAAACAAAAAGAAAAAAAAA"/>
              </a:ext>
            </a:extLst>
          </p:cNvSpPr>
          <p:nvPr>
            <p:ph type="body" idx="1"/>
          </p:nvPr>
        </p:nvSpPr>
        <p:spPr>
          <a:xfrm>
            <a:off x="3829050" y="685800"/>
            <a:ext cx="4857750" cy="5492750"/>
          </a:xfrm>
        </p:spPr>
        <p:txBody>
          <a:bodyPr/>
          <a:lstStyle/>
          <a:p>
            <a:pPr lvl="2">
              <a:defRPr lang="en-us"/>
            </a:pPr>
            <a:r>
              <a:rPr lang="pt-br" kern="1" cap="none"/>
              <a:t>Use esse tamanho de fonte e ocupe apenas esse bloco</a:t>
            </a:r>
            <a:endParaRPr lang="pt-br" kern="1" cap="none"/>
          </a:p>
        </p:txBody>
      </p:sp>
      <p:sp>
        <p:nvSpPr>
          <p:cNvPr id="4" name="Espaço Reservado para Texto 5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0oGBf///wEAAAAAAAAAAAAAAAAAAAAAAAAAAAAAAAAAAAAAAAAAAAAAAAJ/f38AmZaDA8zMzADAwP8Af39/AAAAAAAAAAAAAAAAAAAAAAAAAAAAIQAAABgAAAAUAAAAAQgAAGonAAB1MQAAMCoAABAAAAAmAAAACAAAAAAAAAAAAAAA"/>
              </a:ext>
            </a:extLst>
          </p:cNvSpPr>
          <p:nvPr>
            <p:ph type="body" idx="10"/>
          </p:nvPr>
        </p:nvSpPr>
        <p:spPr/>
        <p:txBody>
          <a:bodyPr/>
          <a:lstStyle/>
          <a:p>
            <a:pPr>
              <a:defRPr lang="en-us"/>
            </a:p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3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II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0oGBf///wEAAAAAAAAAAAAAAAAAAAAAAAAAAAAAAAAAAAAAAAAAAAAAAAJ/f38AmZaDA8zMzADAwP8Af39/AAAAAAAAAAAAAAAAAAAAAAAAAAAAIQAAABgAAAAUAAAA0AIAADgEAABjFgAAAiYAABAAAAAmAAAACAAAAAEAAAAAAAAA"/>
              </a:ext>
            </a:extLst>
          </p:cNvSpPr>
          <p:nvPr>
            <p:ph type="title"/>
          </p:nvPr>
        </p:nvSpPr>
        <p:spPr>
          <a:xfrm>
            <a:off x="457200" y="685800"/>
            <a:ext cx="3181985" cy="5492750"/>
          </a:xfrm>
        </p:spPr>
        <p:txBody>
          <a:bodyPr/>
          <a:lstStyle/>
          <a:p>
            <a:pPr>
              <a:defRPr lang="en-us"/>
            </a:pPr>
            <a:r>
              <a:rPr lang="pt-br" cap="none"/>
              <a:t>De forma relacionada ao cenário descrito no pipeline de dados, compartilhe uma reflexão sobre Velocidade e Volume</a:t>
            </a:r>
            <a:endParaRPr lang="pt-br" cap="none"/>
          </a:p>
        </p:txBody>
      </p:sp>
      <p:sp>
        <p:nvSpPr>
          <p:cNvPr id="3" name="Espaço Reservado para Conteúdo 4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EAA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0oGBf///wEAAAAAAAAAAAAAAAAAAAAAAAAAAAAAAAAAAAAAAAAAAAAAAAJ/f38AmZaDA8zMzADAwP8Af39/AAAAAAAAAAAAAAAAAAAAAAAAAAAAIQAAABgAAAAUAAAAjhcAADgEAABwNQAAAiYAABAAAAAmAAAACAAAAAGAAAAAAAAA"/>
              </a:ext>
            </a:extLst>
          </p:cNvSpPr>
          <p:nvPr>
            <p:ph type="body" idx="1"/>
          </p:nvPr>
        </p:nvSpPr>
        <p:spPr>
          <a:xfrm>
            <a:off x="3829050" y="685800"/>
            <a:ext cx="4857750" cy="5492750"/>
          </a:xfrm>
        </p:spPr>
        <p:txBody>
          <a:bodyPr/>
          <a:lstStyle/>
          <a:p>
            <a:pPr lvl="2">
              <a:defRPr lang="en-us"/>
            </a:pPr>
            <a:r>
              <a:rPr lang="pt-br" kern="1" cap="none"/>
              <a:t>Use esse tamanho de fonte e ocupe apenas esse bloco</a:t>
            </a:r>
            <a:endParaRPr lang="pt-br" kern="1" cap="none"/>
          </a:p>
          <a:p>
            <a:pPr lvl="2">
              <a:defRPr lang="en-us"/>
            </a:pPr>
            <a:endParaRPr lang="pt-br" kern="1" cap="none"/>
          </a:p>
        </p:txBody>
      </p:sp>
      <p:sp>
        <p:nvSpPr>
          <p:cNvPr id="4" name="Espaço Reservado para Texto 5"/>
          <p:cNvSpPr>
            <a:spLocks noGrp="1" noChangeArrowheads="1"/>
            <a:extLst>
              <a:ext uri="smNativeData">
                <pr:smNativeData xmlns:pr="smNativeData" xmlns="smNativeData" val="SMDATA_15_mcI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CE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0oGBf///wEAAAAAAAAAAAAAAAAAAAAAAAAAAAAAAAAAAAAAAAAAAAAAAAJ/f38AmZaDA8zMzADAwP8Af39/AAAAAAAAAAAAAAAAAAAAAAAAAAAAIQAAABgAAAAUAAAAAQgAAGonAAB1MQAAMCoAABAAAAAmAAAACAAAAAAAAAAAAAAA"/>
              </a:ext>
            </a:extLst>
          </p:cNvSpPr>
          <p:nvPr>
            <p:ph type="body" idx="10"/>
          </p:nvPr>
        </p:nvSpPr>
        <p:spPr/>
        <p:txBody>
          <a:bodyPr/>
          <a:lstStyle/>
          <a:p>
            <a:pPr>
              <a:defRPr lang="en-us"/>
            </a:p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Presentation">
  <a:themeElements>
    <a:clrScheme name="Presentation 1">
      <a:dk1>
        <a:srgbClr val="000000"/>
      </a:dk1>
      <a:lt1>
        <a:srgbClr val="FFFFFF"/>
      </a:lt1>
      <a:dk2>
        <a:srgbClr val="3C3D3E"/>
      </a:dk2>
      <a:lt2>
        <a:srgbClr val="999683"/>
      </a:lt2>
      <a:accent1>
        <a:srgbClr val="E34A06"/>
      </a:accent1>
      <a:accent2>
        <a:srgbClr val="31CCE8"/>
      </a:accent2>
      <a:accent3>
        <a:srgbClr val="C1C139"/>
      </a:accent3>
      <a:accent4>
        <a:srgbClr val="118E97"/>
      </a:accent4>
      <a:accent5>
        <a:srgbClr val="F9BD03"/>
      </a:accent5>
      <a:accent6>
        <a:srgbClr val="407026"/>
      </a:accent6>
      <a:hlink>
        <a:srgbClr val="3C3D3E"/>
      </a:hlink>
      <a:folHlink>
        <a:srgbClr val="999683"/>
      </a:folHlink>
    </a:clrScheme>
    <a:fontScheme name="Presentation">
      <a:majorFont>
        <a:latin typeface="Arial"/>
        <a:ea typeface="Arial"/>
        <a:cs typeface="Arial"/>
      </a:majorFont>
      <a:minorFont>
        <a:latin typeface="Corbel"/>
        <a:ea typeface="Corbel"/>
        <a:cs typeface="Corbe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2"/>
        </a:solidFill>
        <a:ln>
          <a:noFill/>
        </a:ln>
        <a:effectLst>
          <a:outerShdw dist="38100" dir="5400000" algn="t">
            <a:schemeClr val="bg2">
              <a:alpha val="20000"/>
            </a:schemeClr>
          </a:outerShdw>
        </a:effectLst>
      </a:spPr>
      <a:bodyPr>
        <a:prstTxWarp prst="textNoShape">
          <a:avLst/>
        </a:prstTxWarp>
        <a:noAutofit/>
      </a:bodyPr>
      <a:lstStyle>
        <a:defPPr>
          <a:defRPr/>
        </a:defPPr>
      </a:lstStyle>
      <a:style>
        <a:lnRef idx="0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>
    <a:extraClrScheme>
      <a:clrScheme name="Presentation 1">
        <a:dk1>
          <a:srgbClr val="000000"/>
        </a:dk1>
        <a:lt1>
          <a:srgbClr val="FFFFFF"/>
        </a:lt1>
        <a:dk2>
          <a:srgbClr val="3C3D3E"/>
        </a:dk2>
        <a:lt2>
          <a:srgbClr val="999683"/>
        </a:lt2>
        <a:accent1>
          <a:srgbClr val="E34A06"/>
        </a:accent1>
        <a:accent2>
          <a:srgbClr val="31CCE8"/>
        </a:accent2>
        <a:accent3>
          <a:srgbClr val="C1C139"/>
        </a:accent3>
        <a:accent4>
          <a:srgbClr val="118E97"/>
        </a:accent4>
        <a:accent5>
          <a:srgbClr val="F9BD03"/>
        </a:accent5>
        <a:accent6>
          <a:srgbClr val="407026"/>
        </a:accent6>
        <a:hlink>
          <a:srgbClr val="3C3D3E"/>
        </a:hlink>
        <a:folHlink>
          <a:srgbClr val="999683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Presentation">
  <a:themeElements>
    <a:clrScheme name="Presentation 1">
      <a:dk1>
        <a:srgbClr val="000000"/>
      </a:dk1>
      <a:lt1>
        <a:srgbClr val="FFFFFF"/>
      </a:lt1>
      <a:dk2>
        <a:srgbClr val="3C3D3E"/>
      </a:dk2>
      <a:lt2>
        <a:srgbClr val="999683"/>
      </a:lt2>
      <a:accent1>
        <a:srgbClr val="E34A06"/>
      </a:accent1>
      <a:accent2>
        <a:srgbClr val="31CCE8"/>
      </a:accent2>
      <a:accent3>
        <a:srgbClr val="C1C139"/>
      </a:accent3>
      <a:accent4>
        <a:srgbClr val="118E97"/>
      </a:accent4>
      <a:accent5>
        <a:srgbClr val="F9BD03"/>
      </a:accent5>
      <a:accent6>
        <a:srgbClr val="407026"/>
      </a:accent6>
      <a:hlink>
        <a:srgbClr val="3C3D3E"/>
      </a:hlink>
      <a:folHlink>
        <a:srgbClr val="999683"/>
      </a:folHlink>
    </a:clrScheme>
    <a:fontScheme name="Presentation">
      <a:majorFont>
        <a:latin typeface="Arial"/>
        <a:ea typeface="Arial"/>
        <a:cs typeface="Arial"/>
      </a:majorFont>
      <a:minorFont>
        <a:latin typeface="Corbel"/>
        <a:ea typeface="Corbel"/>
        <a:cs typeface="Corbe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2"/>
        </a:solidFill>
        <a:ln>
          <a:noFill/>
        </a:ln>
        <a:effectLst>
          <a:outerShdw dist="38100" dir="5400000" algn="t">
            <a:schemeClr val="bg2">
              <a:alpha val="20000"/>
            </a:schemeClr>
          </a:outerShdw>
        </a:effectLst>
      </a:spPr>
      <a:bodyPr>
        <a:prstTxWarp prst="textNoShape">
          <a:avLst/>
        </a:prstTxWarp>
        <a:noAutofit/>
      </a:bodyPr>
      <a:lstStyle>
        <a:defPPr>
          <a:defRPr/>
        </a:defPPr>
      </a:lstStyle>
      <a:style>
        <a:lnRef idx="0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>
    <a:extraClrScheme>
      <a:clrScheme name="Presentation 1">
        <a:dk1>
          <a:srgbClr val="000000"/>
        </a:dk1>
        <a:lt1>
          <a:srgbClr val="FFFFFF"/>
        </a:lt1>
        <a:dk2>
          <a:srgbClr val="3C3D3E"/>
        </a:dk2>
        <a:lt2>
          <a:srgbClr val="999683"/>
        </a:lt2>
        <a:accent1>
          <a:srgbClr val="E34A06"/>
        </a:accent1>
        <a:accent2>
          <a:srgbClr val="31CCE8"/>
        </a:accent2>
        <a:accent3>
          <a:srgbClr val="C1C139"/>
        </a:accent3>
        <a:accent4>
          <a:srgbClr val="118E97"/>
        </a:accent4>
        <a:accent5>
          <a:srgbClr val="F9BD03"/>
        </a:accent5>
        <a:accent6>
          <a:srgbClr val="407026"/>
        </a:accent6>
        <a:hlink>
          <a:srgbClr val="3C3D3E"/>
        </a:hlink>
        <a:folHlink>
          <a:srgbClr val="999683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Presentation">
  <a:themeElements>
    <a:clrScheme name="Presentation 1">
      <a:dk1>
        <a:srgbClr val="000000"/>
      </a:dk1>
      <a:lt1>
        <a:srgbClr val="FFFFFF"/>
      </a:lt1>
      <a:dk2>
        <a:srgbClr val="3C3D3E"/>
      </a:dk2>
      <a:lt2>
        <a:srgbClr val="999683"/>
      </a:lt2>
      <a:accent1>
        <a:srgbClr val="E34A06"/>
      </a:accent1>
      <a:accent2>
        <a:srgbClr val="31CCE8"/>
      </a:accent2>
      <a:accent3>
        <a:srgbClr val="C1C139"/>
      </a:accent3>
      <a:accent4>
        <a:srgbClr val="118E97"/>
      </a:accent4>
      <a:accent5>
        <a:srgbClr val="F9BD03"/>
      </a:accent5>
      <a:accent6>
        <a:srgbClr val="407026"/>
      </a:accent6>
      <a:hlink>
        <a:srgbClr val="3C3D3E"/>
      </a:hlink>
      <a:folHlink>
        <a:srgbClr val="999683"/>
      </a:folHlink>
    </a:clrScheme>
    <a:fontScheme name="Presentation">
      <a:majorFont>
        <a:latin typeface="Arial"/>
        <a:ea typeface="Arial"/>
        <a:cs typeface="Arial"/>
      </a:majorFont>
      <a:minorFont>
        <a:latin typeface="Corbel"/>
        <a:ea typeface="Corbel"/>
        <a:cs typeface="Corbe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2"/>
        </a:solidFill>
        <a:ln>
          <a:noFill/>
        </a:ln>
        <a:effectLst>
          <a:outerShdw dist="38100" dir="5400000" algn="t">
            <a:schemeClr val="bg2">
              <a:alpha val="20000"/>
            </a:schemeClr>
          </a:outerShdw>
        </a:effectLst>
      </a:spPr>
      <a:bodyPr>
        <a:prstTxWarp prst="textNoShape">
          <a:avLst/>
        </a:prstTxWarp>
        <a:noAutofit/>
      </a:bodyPr>
      <a:lstStyle>
        <a:defPPr>
          <a:defRPr/>
        </a:defPPr>
      </a:lstStyle>
      <a:style>
        <a:lnRef idx="0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>
    <a:extraClrScheme>
      <a:clrScheme name="Presentation 1">
        <a:dk1>
          <a:srgbClr val="000000"/>
        </a:dk1>
        <a:lt1>
          <a:srgbClr val="FFFFFF"/>
        </a:lt1>
        <a:dk2>
          <a:srgbClr val="3C3D3E"/>
        </a:dk2>
        <a:lt2>
          <a:srgbClr val="999683"/>
        </a:lt2>
        <a:accent1>
          <a:srgbClr val="E34A06"/>
        </a:accent1>
        <a:accent2>
          <a:srgbClr val="31CCE8"/>
        </a:accent2>
        <a:accent3>
          <a:srgbClr val="C1C139"/>
        </a:accent3>
        <a:accent4>
          <a:srgbClr val="118E97"/>
        </a:accent4>
        <a:accent5>
          <a:srgbClr val="F9BD03"/>
        </a:accent5>
        <a:accent6>
          <a:srgbClr val="407026"/>
        </a:accent6>
        <a:hlink>
          <a:srgbClr val="3C3D3E"/>
        </a:hlink>
        <a:folHlink>
          <a:srgbClr val="999683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Override1.xml><?xml version="1.0" encoding="utf-8"?>
<a:themeOverride xmlns:a="http://schemas.openxmlformats.org/drawingml/2006/main">
  <a:clrScheme name="Presentation">
    <a:dk1>
      <a:srgbClr val="000000"/>
    </a:dk1>
    <a:lt1>
      <a:srgbClr val="FFFFFF"/>
    </a:lt1>
    <a:dk2>
      <a:srgbClr val="3C3D3E"/>
    </a:dk2>
    <a:lt2>
      <a:srgbClr val="999683"/>
    </a:lt2>
    <a:accent1>
      <a:srgbClr val="E34A06"/>
    </a:accent1>
    <a:accent2>
      <a:srgbClr val="31CCE8"/>
    </a:accent2>
    <a:accent3>
      <a:srgbClr val="C1C139"/>
    </a:accent3>
    <a:accent4>
      <a:srgbClr val="118E97"/>
    </a:accent4>
    <a:accent5>
      <a:srgbClr val="F9BD03"/>
    </a:accent5>
    <a:accent6>
      <a:srgbClr val="407026"/>
    </a:accent6>
    <a:hlink>
      <a:srgbClr val="3C3D3E"/>
    </a:hlink>
    <a:folHlink>
      <a:srgbClr val="999683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Duarte;Inc. 2014</dc:creator>
  <cp:keywords/>
  <dc:description/>
  <cp:lastModifiedBy>alexmaia</cp:lastModifiedBy>
  <cp:revision>0</cp:revision>
  <dcterms:created xsi:type="dcterms:W3CDTF">2014-02-07T03:47:22Z</dcterms:created>
  <dcterms:modified xsi:type="dcterms:W3CDTF">2025-11-19T13:14:01Z</dcterms:modified>
</cp:coreProperties>
</file>